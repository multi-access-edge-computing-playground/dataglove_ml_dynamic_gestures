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C18C71-303C-4BCB-8377-4434166BE973}" v="11" dt="2021-02-24T20:52:30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Haschock" userId="a67c9672bd59f5a7" providerId="LiveId" clId="{10C18C71-303C-4BCB-8377-4434166BE973}"/>
    <pc:docChg chg="undo custSel addSld delSld modSld">
      <pc:chgData name="Daniel Haschock" userId="a67c9672bd59f5a7" providerId="LiveId" clId="{10C18C71-303C-4BCB-8377-4434166BE973}" dt="2021-02-24T20:53:33.943" v="1753" actId="207"/>
      <pc:docMkLst>
        <pc:docMk/>
      </pc:docMkLst>
      <pc:sldChg chg="modSp mod">
        <pc:chgData name="Daniel Haschock" userId="a67c9672bd59f5a7" providerId="LiveId" clId="{10C18C71-303C-4BCB-8377-4434166BE973}" dt="2021-02-18T13:40:57.350" v="15"/>
        <pc:sldMkLst>
          <pc:docMk/>
          <pc:sldMk cId="2286773926" sldId="256"/>
        </pc:sldMkLst>
        <pc:spChg chg="mod">
          <ac:chgData name="Daniel Haschock" userId="a67c9672bd59f5a7" providerId="LiveId" clId="{10C18C71-303C-4BCB-8377-4434166BE973}" dt="2021-02-18T13:40:43.672" v="14" actId="20577"/>
          <ac:spMkLst>
            <pc:docMk/>
            <pc:sldMk cId="2286773926" sldId="256"/>
            <ac:spMk id="2" creationId="{1B1E2225-4257-4903-AA84-3AB767FF178C}"/>
          </ac:spMkLst>
        </pc:spChg>
        <pc:spChg chg="mod">
          <ac:chgData name="Daniel Haschock" userId="a67c9672bd59f5a7" providerId="LiveId" clId="{10C18C71-303C-4BCB-8377-4434166BE973}" dt="2021-02-18T13:40:57.350" v="15"/>
          <ac:spMkLst>
            <pc:docMk/>
            <pc:sldMk cId="2286773926" sldId="256"/>
            <ac:spMk id="3" creationId="{E50B3A0A-660A-4E7E-869F-91895C6D9F2A}"/>
          </ac:spMkLst>
        </pc:spChg>
      </pc:sldChg>
      <pc:sldChg chg="del">
        <pc:chgData name="Daniel Haschock" userId="a67c9672bd59f5a7" providerId="LiveId" clId="{10C18C71-303C-4BCB-8377-4434166BE973}" dt="2021-02-18T13:40:32.224" v="0" actId="47"/>
        <pc:sldMkLst>
          <pc:docMk/>
          <pc:sldMk cId="728199177" sldId="257"/>
        </pc:sldMkLst>
      </pc:sldChg>
      <pc:sldChg chg="new del">
        <pc:chgData name="Daniel Haschock" userId="a67c9672bd59f5a7" providerId="LiveId" clId="{10C18C71-303C-4BCB-8377-4434166BE973}" dt="2021-02-18T13:41:09.654" v="19" actId="47"/>
        <pc:sldMkLst>
          <pc:docMk/>
          <pc:sldMk cId="1916280818" sldId="257"/>
        </pc:sldMkLst>
      </pc:sldChg>
      <pc:sldChg chg="modSp new mod">
        <pc:chgData name="Daniel Haschock" userId="a67c9672bd59f5a7" providerId="LiveId" clId="{10C18C71-303C-4BCB-8377-4434166BE973}" dt="2021-02-24T20:50:37.850" v="1719"/>
        <pc:sldMkLst>
          <pc:docMk/>
          <pc:sldMk cId="2546522762" sldId="257"/>
        </pc:sldMkLst>
        <pc:spChg chg="mod">
          <ac:chgData name="Daniel Haschock" userId="a67c9672bd59f5a7" providerId="LiveId" clId="{10C18C71-303C-4BCB-8377-4434166BE973}" dt="2021-02-18T18:35:01.558" v="405" actId="20577"/>
          <ac:spMkLst>
            <pc:docMk/>
            <pc:sldMk cId="2546522762" sldId="257"/>
            <ac:spMk id="2" creationId="{13BD1B9F-1B65-4C73-AE3A-07D28C116E21}"/>
          </ac:spMkLst>
        </pc:spChg>
        <pc:spChg chg="mod">
          <ac:chgData name="Daniel Haschock" userId="a67c9672bd59f5a7" providerId="LiveId" clId="{10C18C71-303C-4BCB-8377-4434166BE973}" dt="2021-02-24T20:50:37.850" v="1719"/>
          <ac:spMkLst>
            <pc:docMk/>
            <pc:sldMk cId="2546522762" sldId="257"/>
            <ac:spMk id="3" creationId="{51DBBC9F-8A68-46F4-A718-62BE8FC1806B}"/>
          </ac:spMkLst>
        </pc:spChg>
      </pc:sldChg>
      <pc:sldChg chg="del">
        <pc:chgData name="Daniel Haschock" userId="a67c9672bd59f5a7" providerId="LiveId" clId="{10C18C71-303C-4BCB-8377-4434166BE973}" dt="2021-02-18T13:40:32.467" v="1" actId="47"/>
        <pc:sldMkLst>
          <pc:docMk/>
          <pc:sldMk cId="686742327" sldId="258"/>
        </pc:sldMkLst>
      </pc:sldChg>
      <pc:sldChg chg="new del">
        <pc:chgData name="Daniel Haschock" userId="a67c9672bd59f5a7" providerId="LiveId" clId="{10C18C71-303C-4BCB-8377-4434166BE973}" dt="2021-02-18T13:41:08.999" v="18" actId="47"/>
        <pc:sldMkLst>
          <pc:docMk/>
          <pc:sldMk cId="1010650663" sldId="258"/>
        </pc:sldMkLst>
      </pc:sldChg>
      <pc:sldChg chg="addSp delSp modSp new del mod chgLayout">
        <pc:chgData name="Daniel Haschock" userId="a67c9672bd59f5a7" providerId="LiveId" clId="{10C18C71-303C-4BCB-8377-4434166BE973}" dt="2021-02-18T18:34:32.450" v="379" actId="47"/>
        <pc:sldMkLst>
          <pc:docMk/>
          <pc:sldMk cId="2448013102" sldId="258"/>
        </pc:sldMkLst>
        <pc:spChg chg="mod ord">
          <ac:chgData name="Daniel Haschock" userId="a67c9672bd59f5a7" providerId="LiveId" clId="{10C18C71-303C-4BCB-8377-4434166BE973}" dt="2021-02-18T13:57:23.534" v="177" actId="700"/>
          <ac:spMkLst>
            <pc:docMk/>
            <pc:sldMk cId="2448013102" sldId="258"/>
            <ac:spMk id="2" creationId="{F1EBBE31-A1E4-440A-AE58-D497C1AA9582}"/>
          </ac:spMkLst>
        </pc:spChg>
        <pc:spChg chg="del">
          <ac:chgData name="Daniel Haschock" userId="a67c9672bd59f5a7" providerId="LiveId" clId="{10C18C71-303C-4BCB-8377-4434166BE973}" dt="2021-02-18T13:52:43.245" v="146" actId="22"/>
          <ac:spMkLst>
            <pc:docMk/>
            <pc:sldMk cId="2448013102" sldId="258"/>
            <ac:spMk id="3" creationId="{121639ED-3A85-43BA-921F-04E8D7767F00}"/>
          </ac:spMkLst>
        </pc:spChg>
        <pc:spChg chg="add del mod">
          <ac:chgData name="Daniel Haschock" userId="a67c9672bd59f5a7" providerId="LiveId" clId="{10C18C71-303C-4BCB-8377-4434166BE973}" dt="2021-02-18T13:54:02.895" v="165" actId="22"/>
          <ac:spMkLst>
            <pc:docMk/>
            <pc:sldMk cId="2448013102" sldId="258"/>
            <ac:spMk id="9" creationId="{4CAFA3AE-BDED-4E6F-B11A-D25C61D51F62}"/>
          </ac:spMkLst>
        </pc:spChg>
        <pc:picChg chg="add del mod ord">
          <ac:chgData name="Daniel Haschock" userId="a67c9672bd59f5a7" providerId="LiveId" clId="{10C18C71-303C-4BCB-8377-4434166BE973}" dt="2021-02-18T13:53:34.067" v="164" actId="478"/>
          <ac:picMkLst>
            <pc:docMk/>
            <pc:sldMk cId="2448013102" sldId="258"/>
            <ac:picMk id="5" creationId="{038E37D2-79BB-4B9A-889C-F9DF71230DC1}"/>
          </ac:picMkLst>
        </pc:picChg>
        <pc:picChg chg="add mod">
          <ac:chgData name="Daniel Haschock" userId="a67c9672bd59f5a7" providerId="LiveId" clId="{10C18C71-303C-4BCB-8377-4434166BE973}" dt="2021-02-18T13:56:55.590" v="172" actId="1076"/>
          <ac:picMkLst>
            <pc:docMk/>
            <pc:sldMk cId="2448013102" sldId="258"/>
            <ac:picMk id="7" creationId="{E1079E76-4037-462A-B92A-669A54308AD8}"/>
          </ac:picMkLst>
        </pc:picChg>
        <pc:picChg chg="add mod ord">
          <ac:chgData name="Daniel Haschock" userId="a67c9672bd59f5a7" providerId="LiveId" clId="{10C18C71-303C-4BCB-8377-4434166BE973}" dt="2021-02-18T13:57:23.534" v="177" actId="700"/>
          <ac:picMkLst>
            <pc:docMk/>
            <pc:sldMk cId="2448013102" sldId="258"/>
            <ac:picMk id="11" creationId="{14BE07AB-567C-4AFA-A5CF-BF28D4908CBD}"/>
          </ac:picMkLst>
        </pc:picChg>
      </pc:sldChg>
      <pc:sldChg chg="addSp modSp new mod">
        <pc:chgData name="Daniel Haschock" userId="a67c9672bd59f5a7" providerId="LiveId" clId="{10C18C71-303C-4BCB-8377-4434166BE973}" dt="2021-02-24T20:52:59.709" v="1751" actId="1076"/>
        <pc:sldMkLst>
          <pc:docMk/>
          <pc:sldMk cId="376644953" sldId="259"/>
        </pc:sldMkLst>
        <pc:spChg chg="mod">
          <ac:chgData name="Daniel Haschock" userId="a67c9672bd59f5a7" providerId="LiveId" clId="{10C18C71-303C-4BCB-8377-4434166BE973}" dt="2021-02-18T13:57:44.063" v="189" actId="20577"/>
          <ac:spMkLst>
            <pc:docMk/>
            <pc:sldMk cId="376644953" sldId="259"/>
            <ac:spMk id="2" creationId="{BE4A3913-B099-4970-BEBC-1552283A5444}"/>
          </ac:spMkLst>
        </pc:spChg>
        <pc:spChg chg="mod">
          <ac:chgData name="Daniel Haschock" userId="a67c9672bd59f5a7" providerId="LiveId" clId="{10C18C71-303C-4BCB-8377-4434166BE973}" dt="2021-02-18T14:10:02.132" v="376" actId="20577"/>
          <ac:spMkLst>
            <pc:docMk/>
            <pc:sldMk cId="376644953" sldId="259"/>
            <ac:spMk id="3" creationId="{96628243-FD12-4267-8344-48FA8D8D4F4F}"/>
          </ac:spMkLst>
        </pc:spChg>
        <pc:spChg chg="add mod">
          <ac:chgData name="Daniel Haschock" userId="a67c9672bd59f5a7" providerId="LiveId" clId="{10C18C71-303C-4BCB-8377-4434166BE973}" dt="2021-02-24T20:52:59.709" v="1751" actId="1076"/>
          <ac:spMkLst>
            <pc:docMk/>
            <pc:sldMk cId="376644953" sldId="259"/>
            <ac:spMk id="6" creationId="{4FF2E61A-12D0-43C1-A444-AD1473B56810}"/>
          </ac:spMkLst>
        </pc:spChg>
        <pc:picChg chg="add mod">
          <ac:chgData name="Daniel Haschock" userId="a67c9672bd59f5a7" providerId="LiveId" clId="{10C18C71-303C-4BCB-8377-4434166BE973}" dt="2021-02-18T18:33:39.344" v="377"/>
          <ac:picMkLst>
            <pc:docMk/>
            <pc:sldMk cId="376644953" sldId="259"/>
            <ac:picMk id="4" creationId="{D09F81D0-FC3C-483F-A3E6-3CE5DB5B6C02}"/>
          </ac:picMkLst>
        </pc:picChg>
        <pc:picChg chg="add mod">
          <ac:chgData name="Daniel Haschock" userId="a67c9672bd59f5a7" providerId="LiveId" clId="{10C18C71-303C-4BCB-8377-4434166BE973}" dt="2021-02-18T18:33:41.848" v="378"/>
          <ac:picMkLst>
            <pc:docMk/>
            <pc:sldMk cId="376644953" sldId="259"/>
            <ac:picMk id="5" creationId="{B5878A98-88BE-45E3-9A24-417B20F6F38B}"/>
          </ac:picMkLst>
        </pc:picChg>
      </pc:sldChg>
      <pc:sldChg chg="del">
        <pc:chgData name="Daniel Haschock" userId="a67c9672bd59f5a7" providerId="LiveId" clId="{10C18C71-303C-4BCB-8377-4434166BE973}" dt="2021-02-18T13:40:32.653" v="2" actId="47"/>
        <pc:sldMkLst>
          <pc:docMk/>
          <pc:sldMk cId="662658376" sldId="259"/>
        </pc:sldMkLst>
      </pc:sldChg>
      <pc:sldChg chg="addSp delSp modSp new mod">
        <pc:chgData name="Daniel Haschock" userId="a67c9672bd59f5a7" providerId="LiveId" clId="{10C18C71-303C-4BCB-8377-4434166BE973}" dt="2021-02-24T20:53:26.707" v="1752" actId="207"/>
        <pc:sldMkLst>
          <pc:docMk/>
          <pc:sldMk cId="2648226374" sldId="260"/>
        </pc:sldMkLst>
        <pc:spChg chg="mod">
          <ac:chgData name="Daniel Haschock" userId="a67c9672bd59f5a7" providerId="LiveId" clId="{10C18C71-303C-4BCB-8377-4434166BE973}" dt="2021-02-18T20:17:58.022" v="1549" actId="14100"/>
          <ac:spMkLst>
            <pc:docMk/>
            <pc:sldMk cId="2648226374" sldId="260"/>
            <ac:spMk id="2" creationId="{039D1770-00B1-4F5A-A07C-BCB44500EB05}"/>
          </ac:spMkLst>
        </pc:spChg>
        <pc:spChg chg="mod">
          <ac:chgData name="Daniel Haschock" userId="a67c9672bd59f5a7" providerId="LiveId" clId="{10C18C71-303C-4BCB-8377-4434166BE973}" dt="2021-02-24T20:53:26.707" v="1752" actId="207"/>
          <ac:spMkLst>
            <pc:docMk/>
            <pc:sldMk cId="2648226374" sldId="260"/>
            <ac:spMk id="3" creationId="{753386B2-6F88-4F7D-A2F7-E1EA64326F24}"/>
          </ac:spMkLst>
        </pc:spChg>
        <pc:spChg chg="add del mod">
          <ac:chgData name="Daniel Haschock" userId="a67c9672bd59f5a7" providerId="LiveId" clId="{10C18C71-303C-4BCB-8377-4434166BE973}" dt="2021-02-18T20:24:22.980" v="1624" actId="21"/>
          <ac:spMkLst>
            <pc:docMk/>
            <pc:sldMk cId="2648226374" sldId="260"/>
            <ac:spMk id="6" creationId="{6EA24A4D-014B-4588-9E10-90B161E86494}"/>
          </ac:spMkLst>
        </pc:spChg>
        <pc:spChg chg="add mod">
          <ac:chgData name="Daniel Haschock" userId="a67c9672bd59f5a7" providerId="LiveId" clId="{10C18C71-303C-4BCB-8377-4434166BE973}" dt="2021-02-18T20:25:08.774" v="1650" actId="1076"/>
          <ac:spMkLst>
            <pc:docMk/>
            <pc:sldMk cId="2648226374" sldId="260"/>
            <ac:spMk id="7" creationId="{BA12246E-928F-47D1-A86B-9DF6D62640FD}"/>
          </ac:spMkLst>
        </pc:spChg>
        <pc:picChg chg="add mod">
          <ac:chgData name="Daniel Haschock" userId="a67c9672bd59f5a7" providerId="LiveId" clId="{10C18C71-303C-4BCB-8377-4434166BE973}" dt="2021-02-18T20:23:50.611" v="1585" actId="1076"/>
          <ac:picMkLst>
            <pc:docMk/>
            <pc:sldMk cId="2648226374" sldId="260"/>
            <ac:picMk id="5" creationId="{F6E0F0F6-B5A5-4F3A-8DDC-15249EFDCB84}"/>
          </ac:picMkLst>
        </pc:picChg>
      </pc:sldChg>
      <pc:sldChg chg="del">
        <pc:chgData name="Daniel Haschock" userId="a67c9672bd59f5a7" providerId="LiveId" clId="{10C18C71-303C-4BCB-8377-4434166BE973}" dt="2021-02-18T13:40:33.339" v="4" actId="47"/>
        <pc:sldMkLst>
          <pc:docMk/>
          <pc:sldMk cId="3328521670" sldId="260"/>
        </pc:sldMkLst>
      </pc:sldChg>
      <pc:sldChg chg="addSp delSp modSp new del mod">
        <pc:chgData name="Daniel Haschock" userId="a67c9672bd59f5a7" providerId="LiveId" clId="{10C18C71-303C-4BCB-8377-4434166BE973}" dt="2021-02-18T20:23:34.274" v="1583" actId="47"/>
        <pc:sldMkLst>
          <pc:docMk/>
          <pc:sldMk cId="1764470486" sldId="261"/>
        </pc:sldMkLst>
        <pc:spChg chg="mod">
          <ac:chgData name="Daniel Haschock" userId="a67c9672bd59f5a7" providerId="LiveId" clId="{10C18C71-303C-4BCB-8377-4434166BE973}" dt="2021-02-18T18:37:00.860" v="450" actId="20577"/>
          <ac:spMkLst>
            <pc:docMk/>
            <pc:sldMk cId="1764470486" sldId="261"/>
            <ac:spMk id="2" creationId="{A4EE5128-37A0-4A0C-B0F3-D1D7A5AEFEAF}"/>
          </ac:spMkLst>
        </pc:spChg>
        <pc:spChg chg="mod">
          <ac:chgData name="Daniel Haschock" userId="a67c9672bd59f5a7" providerId="LiveId" clId="{10C18C71-303C-4BCB-8377-4434166BE973}" dt="2021-02-18T20:17:18.833" v="1546" actId="20577"/>
          <ac:spMkLst>
            <pc:docMk/>
            <pc:sldMk cId="1764470486" sldId="261"/>
            <ac:spMk id="3" creationId="{7C4E8CC2-954A-4800-B9C6-5224A04C1047}"/>
          </ac:spMkLst>
        </pc:spChg>
        <pc:picChg chg="add del mod">
          <ac:chgData name="Daniel Haschock" userId="a67c9672bd59f5a7" providerId="LiveId" clId="{10C18C71-303C-4BCB-8377-4434166BE973}" dt="2021-02-18T20:23:32.892" v="1582" actId="478"/>
          <ac:picMkLst>
            <pc:docMk/>
            <pc:sldMk cId="1764470486" sldId="261"/>
            <ac:picMk id="5" creationId="{CB973524-3592-43FA-A6B4-48A4559D2411}"/>
          </ac:picMkLst>
        </pc:picChg>
      </pc:sldChg>
      <pc:sldChg chg="del">
        <pc:chgData name="Daniel Haschock" userId="a67c9672bd59f5a7" providerId="LiveId" clId="{10C18C71-303C-4BCB-8377-4434166BE973}" dt="2021-02-18T13:40:32.898" v="3" actId="47"/>
        <pc:sldMkLst>
          <pc:docMk/>
          <pc:sldMk cId="1980830189" sldId="261"/>
        </pc:sldMkLst>
      </pc:sldChg>
      <pc:sldChg chg="addSp delSp modSp add mod">
        <pc:chgData name="Daniel Haschock" userId="a67c9672bd59f5a7" providerId="LiveId" clId="{10C18C71-303C-4BCB-8377-4434166BE973}" dt="2021-02-24T20:53:33.943" v="1753" actId="207"/>
        <pc:sldMkLst>
          <pc:docMk/>
          <pc:sldMk cId="3606171785" sldId="262"/>
        </pc:sldMkLst>
        <pc:spChg chg="mod">
          <ac:chgData name="Daniel Haschock" userId="a67c9672bd59f5a7" providerId="LiveId" clId="{10C18C71-303C-4BCB-8377-4434166BE973}" dt="2021-02-18T20:22:53.596" v="1577"/>
          <ac:spMkLst>
            <pc:docMk/>
            <pc:sldMk cId="3606171785" sldId="262"/>
            <ac:spMk id="2" creationId="{039D1770-00B1-4F5A-A07C-BCB44500EB05}"/>
          </ac:spMkLst>
        </pc:spChg>
        <pc:spChg chg="mod">
          <ac:chgData name="Daniel Haschock" userId="a67c9672bd59f5a7" providerId="LiveId" clId="{10C18C71-303C-4BCB-8377-4434166BE973}" dt="2021-02-24T20:53:33.943" v="1753" actId="207"/>
          <ac:spMkLst>
            <pc:docMk/>
            <pc:sldMk cId="3606171785" sldId="262"/>
            <ac:spMk id="3" creationId="{753386B2-6F88-4F7D-A2F7-E1EA64326F24}"/>
          </ac:spMkLst>
        </pc:spChg>
        <pc:spChg chg="add mod">
          <ac:chgData name="Daniel Haschock" userId="a67c9672bd59f5a7" providerId="LiveId" clId="{10C18C71-303C-4BCB-8377-4434166BE973}" dt="2021-02-18T20:24:37.179" v="1627" actId="164"/>
          <ac:spMkLst>
            <pc:docMk/>
            <pc:sldMk cId="3606171785" sldId="262"/>
            <ac:spMk id="7" creationId="{F69643F2-00CD-4399-B397-A57587827735}"/>
          </ac:spMkLst>
        </pc:spChg>
        <pc:grpChg chg="add mod">
          <ac:chgData name="Daniel Haschock" userId="a67c9672bd59f5a7" providerId="LiveId" clId="{10C18C71-303C-4BCB-8377-4434166BE973}" dt="2021-02-18T20:24:39.706" v="1628" actId="1076"/>
          <ac:grpSpMkLst>
            <pc:docMk/>
            <pc:sldMk cId="3606171785" sldId="262"/>
            <ac:grpSpMk id="4" creationId="{2381E326-E642-47CD-ACD3-162ADBD7B55F}"/>
          </ac:grpSpMkLst>
        </pc:grpChg>
        <pc:picChg chg="del">
          <ac:chgData name="Daniel Haschock" userId="a67c9672bd59f5a7" providerId="LiveId" clId="{10C18C71-303C-4BCB-8377-4434166BE973}" dt="2021-02-18T20:23:06.896" v="1579" actId="478"/>
          <ac:picMkLst>
            <pc:docMk/>
            <pc:sldMk cId="3606171785" sldId="262"/>
            <ac:picMk id="5" creationId="{F6E0F0F6-B5A5-4F3A-8DDC-15249EFDCB84}"/>
          </ac:picMkLst>
        </pc:picChg>
        <pc:picChg chg="add mod">
          <ac:chgData name="Daniel Haschock" userId="a67c9672bd59f5a7" providerId="LiveId" clId="{10C18C71-303C-4BCB-8377-4434166BE973}" dt="2021-02-18T20:24:37.179" v="1627" actId="164"/>
          <ac:picMkLst>
            <pc:docMk/>
            <pc:sldMk cId="3606171785" sldId="262"/>
            <ac:picMk id="6" creationId="{E925F1C6-89C4-4D68-81D4-5498CA6A3586}"/>
          </ac:picMkLst>
        </pc:picChg>
      </pc:sldChg>
    </pc:docChg>
  </pc:docChgLst>
  <pc:docChgLst>
    <pc:chgData name="Daniel Haschock" userId="a67c9672bd59f5a7" providerId="LiveId" clId="{C43AC734-E11F-4898-B075-FA1C1E37010A}"/>
    <pc:docChg chg="undo custSel addSld modSld addMainMaster modMainMaster">
      <pc:chgData name="Daniel Haschock" userId="a67c9672bd59f5a7" providerId="LiveId" clId="{C43AC734-E11F-4898-B075-FA1C1E37010A}" dt="2021-02-04T15:08:26.125" v="2150" actId="6549"/>
      <pc:docMkLst>
        <pc:docMk/>
      </pc:docMkLst>
      <pc:sldChg chg="modSp mod">
        <pc:chgData name="Daniel Haschock" userId="a67c9672bd59f5a7" providerId="LiveId" clId="{C43AC734-E11F-4898-B075-FA1C1E37010A}" dt="2021-02-04T14:00:53.597" v="2014" actId="20577"/>
        <pc:sldMkLst>
          <pc:docMk/>
          <pc:sldMk cId="2286773926" sldId="256"/>
        </pc:sldMkLst>
        <pc:spChg chg="mod">
          <ac:chgData name="Daniel Haschock" userId="a67c9672bd59f5a7" providerId="LiveId" clId="{C43AC734-E11F-4898-B075-FA1C1E37010A}" dt="2021-02-04T12:40:49.541" v="91" actId="27636"/>
          <ac:spMkLst>
            <pc:docMk/>
            <pc:sldMk cId="2286773926" sldId="256"/>
            <ac:spMk id="2" creationId="{1B1E2225-4257-4903-AA84-3AB767FF178C}"/>
          </ac:spMkLst>
        </pc:spChg>
        <pc:spChg chg="mod">
          <ac:chgData name="Daniel Haschock" userId="a67c9672bd59f5a7" providerId="LiveId" clId="{C43AC734-E11F-4898-B075-FA1C1E37010A}" dt="2021-02-04T14:00:53.597" v="2014" actId="20577"/>
          <ac:spMkLst>
            <pc:docMk/>
            <pc:sldMk cId="2286773926" sldId="256"/>
            <ac:spMk id="3" creationId="{E50B3A0A-660A-4E7E-869F-91895C6D9F2A}"/>
          </ac:spMkLst>
        </pc:spChg>
      </pc:sldChg>
      <pc:sldChg chg="modSp mod">
        <pc:chgData name="Daniel Haschock" userId="a67c9672bd59f5a7" providerId="LiveId" clId="{C43AC734-E11F-4898-B075-FA1C1E37010A}" dt="2021-02-04T14:12:37.250" v="2070" actId="20577"/>
        <pc:sldMkLst>
          <pc:docMk/>
          <pc:sldMk cId="728199177" sldId="257"/>
        </pc:sldMkLst>
        <pc:spChg chg="mod">
          <ac:chgData name="Daniel Haschock" userId="a67c9672bd59f5a7" providerId="LiveId" clId="{C43AC734-E11F-4898-B075-FA1C1E37010A}" dt="2021-02-04T13:14:11.233" v="994" actId="20577"/>
          <ac:spMkLst>
            <pc:docMk/>
            <pc:sldMk cId="728199177" sldId="257"/>
            <ac:spMk id="2" creationId="{1B0D99B6-C127-456E-B21F-8232060518E9}"/>
          </ac:spMkLst>
        </pc:spChg>
        <pc:spChg chg="mod">
          <ac:chgData name="Daniel Haschock" userId="a67c9672bd59f5a7" providerId="LiveId" clId="{C43AC734-E11F-4898-B075-FA1C1E37010A}" dt="2021-02-04T14:12:37.250" v="2070" actId="20577"/>
          <ac:spMkLst>
            <pc:docMk/>
            <pc:sldMk cId="728199177" sldId="257"/>
            <ac:spMk id="3" creationId="{A27D8741-FC53-40AB-92D9-4442F44A463D}"/>
          </ac:spMkLst>
        </pc:spChg>
      </pc:sldChg>
      <pc:sldChg chg="addSp modSp new mod">
        <pc:chgData name="Daniel Haschock" userId="a67c9672bd59f5a7" providerId="LiveId" clId="{C43AC734-E11F-4898-B075-FA1C1E37010A}" dt="2021-02-04T14:13:16.274" v="2072" actId="20577"/>
        <pc:sldMkLst>
          <pc:docMk/>
          <pc:sldMk cId="686742327" sldId="258"/>
        </pc:sldMkLst>
        <pc:spChg chg="mod">
          <ac:chgData name="Daniel Haschock" userId="a67c9672bd59f5a7" providerId="LiveId" clId="{C43AC734-E11F-4898-B075-FA1C1E37010A}" dt="2021-02-04T12:42:51.739" v="138" actId="20577"/>
          <ac:spMkLst>
            <pc:docMk/>
            <pc:sldMk cId="686742327" sldId="258"/>
            <ac:spMk id="2" creationId="{97FF294C-49BD-42AF-AF0B-3375713574DD}"/>
          </ac:spMkLst>
        </pc:spChg>
        <pc:spChg chg="mod">
          <ac:chgData name="Daniel Haschock" userId="a67c9672bd59f5a7" providerId="LiveId" clId="{C43AC734-E11F-4898-B075-FA1C1E37010A}" dt="2021-02-04T14:13:16.274" v="2072" actId="20577"/>
          <ac:spMkLst>
            <pc:docMk/>
            <pc:sldMk cId="686742327" sldId="258"/>
            <ac:spMk id="3" creationId="{734D56C1-0FA4-4C57-A60A-D14538E68BA8}"/>
          </ac:spMkLst>
        </pc:spChg>
        <pc:spChg chg="add mod">
          <ac:chgData name="Daniel Haschock" userId="a67c9672bd59f5a7" providerId="LiveId" clId="{C43AC734-E11F-4898-B075-FA1C1E37010A}" dt="2021-02-04T14:12:46.868" v="2071" actId="1076"/>
          <ac:spMkLst>
            <pc:docMk/>
            <pc:sldMk cId="686742327" sldId="258"/>
            <ac:spMk id="6" creationId="{F042B7CB-B8AA-45B4-98C0-545757A5E245}"/>
          </ac:spMkLst>
        </pc:spChg>
        <pc:picChg chg="add mod modCrop">
          <ac:chgData name="Daniel Haschock" userId="a67c9672bd59f5a7" providerId="LiveId" clId="{C43AC734-E11F-4898-B075-FA1C1E37010A}" dt="2021-02-04T14:12:46.868" v="2071" actId="1076"/>
          <ac:picMkLst>
            <pc:docMk/>
            <pc:sldMk cId="686742327" sldId="258"/>
            <ac:picMk id="5" creationId="{B79162CB-E129-4EFB-9950-5D2A90B27871}"/>
          </ac:picMkLst>
        </pc:picChg>
      </pc:sldChg>
      <pc:sldChg chg="addSp delSp modSp new mod delAnim modAnim">
        <pc:chgData name="Daniel Haschock" userId="a67c9672bd59f5a7" providerId="LiveId" clId="{C43AC734-E11F-4898-B075-FA1C1E37010A}" dt="2021-02-04T14:04:22.769" v="2051" actId="1076"/>
        <pc:sldMkLst>
          <pc:docMk/>
          <pc:sldMk cId="662658376" sldId="259"/>
        </pc:sldMkLst>
        <pc:spChg chg="mod">
          <ac:chgData name="Daniel Haschock" userId="a67c9672bd59f5a7" providerId="LiveId" clId="{C43AC734-E11F-4898-B075-FA1C1E37010A}" dt="2021-02-04T13:28:54.993" v="1384" actId="20577"/>
          <ac:spMkLst>
            <pc:docMk/>
            <pc:sldMk cId="662658376" sldId="259"/>
            <ac:spMk id="2" creationId="{586C1126-4D67-4A9F-85A9-3C569692B35F}"/>
          </ac:spMkLst>
        </pc:spChg>
        <pc:spChg chg="mod">
          <ac:chgData name="Daniel Haschock" userId="a67c9672bd59f5a7" providerId="LiveId" clId="{C43AC734-E11F-4898-B075-FA1C1E37010A}" dt="2021-02-04T14:03:54.424" v="2048" actId="20577"/>
          <ac:spMkLst>
            <pc:docMk/>
            <pc:sldMk cId="662658376" sldId="259"/>
            <ac:spMk id="3" creationId="{75C9ADF0-923E-4133-A5FE-A538FB1B5A3B}"/>
          </ac:spMkLst>
        </pc:spChg>
        <pc:spChg chg="add del">
          <ac:chgData name="Daniel Haschock" userId="a67c9672bd59f5a7" providerId="LiveId" clId="{C43AC734-E11F-4898-B075-FA1C1E37010A}" dt="2021-02-04T12:58:11.661" v="916" actId="478"/>
          <ac:spMkLst>
            <pc:docMk/>
            <pc:sldMk cId="662658376" sldId="259"/>
            <ac:spMk id="4" creationId="{67A8497E-4D16-4781-8269-5595649D4927}"/>
          </ac:spMkLst>
        </pc:spChg>
        <pc:spChg chg="add del">
          <ac:chgData name="Daniel Haschock" userId="a67c9672bd59f5a7" providerId="LiveId" clId="{C43AC734-E11F-4898-B075-FA1C1E37010A}" dt="2021-02-04T12:59:15.068" v="925" actId="478"/>
          <ac:spMkLst>
            <pc:docMk/>
            <pc:sldMk cId="662658376" sldId="259"/>
            <ac:spMk id="5" creationId="{E1B15371-89FF-404D-988B-03A9669384FE}"/>
          </ac:spMkLst>
        </pc:spChg>
        <pc:spChg chg="add mod">
          <ac:chgData name="Daniel Haschock" userId="a67c9672bd59f5a7" providerId="LiveId" clId="{C43AC734-E11F-4898-B075-FA1C1E37010A}" dt="2021-02-04T14:04:18.406" v="2049" actId="164"/>
          <ac:spMkLst>
            <pc:docMk/>
            <pc:sldMk cId="662658376" sldId="259"/>
            <ac:spMk id="30" creationId="{B3C1EF73-CF5F-40DF-A30D-55DD0031F018}"/>
          </ac:spMkLst>
        </pc:spChg>
        <pc:spChg chg="add mod">
          <ac:chgData name="Daniel Haschock" userId="a67c9672bd59f5a7" providerId="LiveId" clId="{C43AC734-E11F-4898-B075-FA1C1E37010A}" dt="2021-02-04T13:19:41.310" v="1149" actId="571"/>
          <ac:spMkLst>
            <pc:docMk/>
            <pc:sldMk cId="662658376" sldId="259"/>
            <ac:spMk id="34" creationId="{79A691EA-60B9-4778-B1EB-929EE361635F}"/>
          </ac:spMkLst>
        </pc:spChg>
        <pc:spChg chg="add mod">
          <ac:chgData name="Daniel Haschock" userId="a67c9672bd59f5a7" providerId="LiveId" clId="{C43AC734-E11F-4898-B075-FA1C1E37010A}" dt="2021-02-04T13:44:00.656" v="1724" actId="164"/>
          <ac:spMkLst>
            <pc:docMk/>
            <pc:sldMk cId="662658376" sldId="259"/>
            <ac:spMk id="45" creationId="{08842B79-096D-4FB9-BAF8-A8B32689FB96}"/>
          </ac:spMkLst>
        </pc:spChg>
        <pc:grpChg chg="add mod">
          <ac:chgData name="Daniel Haschock" userId="a67c9672bd59f5a7" providerId="LiveId" clId="{C43AC734-E11F-4898-B075-FA1C1E37010A}" dt="2021-02-04T13:44:04.236" v="1725" actId="1076"/>
          <ac:grpSpMkLst>
            <pc:docMk/>
            <pc:sldMk cId="662658376" sldId="259"/>
            <ac:grpSpMk id="46" creationId="{2DCE02E0-B985-4175-A1A9-1CCA1D565541}"/>
          </ac:grpSpMkLst>
        </pc:grpChg>
        <pc:grpChg chg="add mod">
          <ac:chgData name="Daniel Haschock" userId="a67c9672bd59f5a7" providerId="LiveId" clId="{C43AC734-E11F-4898-B075-FA1C1E37010A}" dt="2021-02-04T14:04:22.769" v="2051" actId="1076"/>
          <ac:grpSpMkLst>
            <pc:docMk/>
            <pc:sldMk cId="662658376" sldId="259"/>
            <ac:grpSpMk id="47" creationId="{6FBFDD3B-C741-442D-AED1-225DA95B9DEB}"/>
          </ac:grpSpMkLst>
        </pc:grpChg>
        <pc:picChg chg="add del mod">
          <ac:chgData name="Daniel Haschock" userId="a67c9672bd59f5a7" providerId="LiveId" clId="{C43AC734-E11F-4898-B075-FA1C1E37010A}" dt="2021-02-04T13:41:19.943" v="1684" actId="478"/>
          <ac:picMkLst>
            <pc:docMk/>
            <pc:sldMk cId="662658376" sldId="259"/>
            <ac:picMk id="41" creationId="{84A6AF41-51D2-420D-B32C-92B63F333675}"/>
          </ac:picMkLst>
        </pc:picChg>
        <pc:picChg chg="add mod">
          <ac:chgData name="Daniel Haschock" userId="a67c9672bd59f5a7" providerId="LiveId" clId="{C43AC734-E11F-4898-B075-FA1C1E37010A}" dt="2021-02-04T13:44:00.656" v="1724" actId="164"/>
          <ac:picMkLst>
            <pc:docMk/>
            <pc:sldMk cId="662658376" sldId="259"/>
            <ac:picMk id="42" creationId="{3FC50E5D-F950-448E-9548-D50FED566260}"/>
          </ac:picMkLst>
        </pc:picChg>
        <pc:cxnChg chg="add del mod">
          <ac:chgData name="Daniel Haschock" userId="a67c9672bd59f5a7" providerId="LiveId" clId="{C43AC734-E11F-4898-B075-FA1C1E37010A}" dt="2021-02-04T12:58:32.159" v="919" actId="478"/>
          <ac:cxnSpMkLst>
            <pc:docMk/>
            <pc:sldMk cId="662658376" sldId="259"/>
            <ac:cxnSpMk id="7" creationId="{94A39C52-AE9E-45B4-9128-B1BE274472B3}"/>
          </ac:cxnSpMkLst>
        </pc:cxnChg>
        <pc:cxnChg chg="add del mod">
          <ac:chgData name="Daniel Haschock" userId="a67c9672bd59f5a7" providerId="LiveId" clId="{C43AC734-E11F-4898-B075-FA1C1E37010A}" dt="2021-02-04T12:59:32.381" v="933" actId="478"/>
          <ac:cxnSpMkLst>
            <pc:docMk/>
            <pc:sldMk cId="662658376" sldId="259"/>
            <ac:cxnSpMk id="9" creationId="{C8A68B15-850B-4D68-B811-598A50DAFD07}"/>
          </ac:cxnSpMkLst>
        </pc:cxnChg>
        <pc:cxnChg chg="add del mod">
          <ac:chgData name="Daniel Haschock" userId="a67c9672bd59f5a7" providerId="LiveId" clId="{C43AC734-E11F-4898-B075-FA1C1E37010A}" dt="2021-02-04T12:59:40.374" v="936" actId="478"/>
          <ac:cxnSpMkLst>
            <pc:docMk/>
            <pc:sldMk cId="662658376" sldId="259"/>
            <ac:cxnSpMk id="21" creationId="{EBF2772B-34E0-4DA0-9290-DB266C8FA526}"/>
          </ac:cxnSpMkLst>
        </pc:cxnChg>
        <pc:cxnChg chg="add mod">
          <ac:chgData name="Daniel Haschock" userId="a67c9672bd59f5a7" providerId="LiveId" clId="{C43AC734-E11F-4898-B075-FA1C1E37010A}" dt="2021-02-04T14:04:18.406" v="2049" actId="164"/>
          <ac:cxnSpMkLst>
            <pc:docMk/>
            <pc:sldMk cId="662658376" sldId="259"/>
            <ac:cxnSpMk id="24" creationId="{7302761B-10B0-4DC4-889D-91119CC729DE}"/>
          </ac:cxnSpMkLst>
        </pc:cxnChg>
        <pc:cxnChg chg="add mod">
          <ac:chgData name="Daniel Haschock" userId="a67c9672bd59f5a7" providerId="LiveId" clId="{C43AC734-E11F-4898-B075-FA1C1E37010A}" dt="2021-02-04T14:04:18.406" v="2049" actId="164"/>
          <ac:cxnSpMkLst>
            <pc:docMk/>
            <pc:sldMk cId="662658376" sldId="259"/>
            <ac:cxnSpMk id="26" creationId="{D6771923-0417-4935-B6D7-5469F9EA0880}"/>
          </ac:cxnSpMkLst>
        </pc:cxnChg>
        <pc:cxnChg chg="add mod">
          <ac:chgData name="Daniel Haschock" userId="a67c9672bd59f5a7" providerId="LiveId" clId="{C43AC734-E11F-4898-B075-FA1C1E37010A}" dt="2021-02-04T14:04:18.406" v="2049" actId="164"/>
          <ac:cxnSpMkLst>
            <pc:docMk/>
            <pc:sldMk cId="662658376" sldId="259"/>
            <ac:cxnSpMk id="29" creationId="{73A5171B-4A72-409B-9F49-9631FCB86085}"/>
          </ac:cxnSpMkLst>
        </pc:cxnChg>
        <pc:cxnChg chg="add mod">
          <ac:chgData name="Daniel Haschock" userId="a67c9672bd59f5a7" providerId="LiveId" clId="{C43AC734-E11F-4898-B075-FA1C1E37010A}" dt="2021-02-04T13:19:41.310" v="1149" actId="571"/>
          <ac:cxnSpMkLst>
            <pc:docMk/>
            <pc:sldMk cId="662658376" sldId="259"/>
            <ac:cxnSpMk id="31" creationId="{EC20AF65-1D28-42A1-A751-91C7BB5957E4}"/>
          </ac:cxnSpMkLst>
        </pc:cxnChg>
        <pc:cxnChg chg="add mod">
          <ac:chgData name="Daniel Haschock" userId="a67c9672bd59f5a7" providerId="LiveId" clId="{C43AC734-E11F-4898-B075-FA1C1E37010A}" dt="2021-02-04T13:19:41.310" v="1149" actId="571"/>
          <ac:cxnSpMkLst>
            <pc:docMk/>
            <pc:sldMk cId="662658376" sldId="259"/>
            <ac:cxnSpMk id="32" creationId="{5AD20A9B-9C46-422F-8490-CDA02D3C6D89}"/>
          </ac:cxnSpMkLst>
        </pc:cxnChg>
        <pc:cxnChg chg="add mod">
          <ac:chgData name="Daniel Haschock" userId="a67c9672bd59f5a7" providerId="LiveId" clId="{C43AC734-E11F-4898-B075-FA1C1E37010A}" dt="2021-02-04T13:19:41.310" v="1149" actId="571"/>
          <ac:cxnSpMkLst>
            <pc:docMk/>
            <pc:sldMk cId="662658376" sldId="259"/>
            <ac:cxnSpMk id="33" creationId="{F582C2E1-FADA-4AAC-96E6-9B8A58D6F62C}"/>
          </ac:cxnSpMkLst>
        </pc:cxnChg>
      </pc:sldChg>
      <pc:sldChg chg="addSp delSp modSp new mod">
        <pc:chgData name="Daniel Haschock" userId="a67c9672bd59f5a7" providerId="LiveId" clId="{C43AC734-E11F-4898-B075-FA1C1E37010A}" dt="2021-02-04T14:17:16.514" v="2104" actId="20577"/>
        <pc:sldMkLst>
          <pc:docMk/>
          <pc:sldMk cId="3328521670" sldId="260"/>
        </pc:sldMkLst>
        <pc:spChg chg="mod">
          <ac:chgData name="Daniel Haschock" userId="a67c9672bd59f5a7" providerId="LiveId" clId="{C43AC734-E11F-4898-B075-FA1C1E37010A}" dt="2021-02-04T14:02:22.199" v="2016" actId="20577"/>
          <ac:spMkLst>
            <pc:docMk/>
            <pc:sldMk cId="3328521670" sldId="260"/>
            <ac:spMk id="2" creationId="{7AF3412D-346E-41CE-B9E5-A642329AE5A9}"/>
          </ac:spMkLst>
        </pc:spChg>
        <pc:spChg chg="mod">
          <ac:chgData name="Daniel Haschock" userId="a67c9672bd59f5a7" providerId="LiveId" clId="{C43AC734-E11F-4898-B075-FA1C1E37010A}" dt="2021-02-04T14:02:39.670" v="2020" actId="255"/>
          <ac:spMkLst>
            <pc:docMk/>
            <pc:sldMk cId="3328521670" sldId="260"/>
            <ac:spMk id="3" creationId="{4C31C1B4-7545-4512-8428-6E1EC7C8F6AD}"/>
          </ac:spMkLst>
        </pc:spChg>
        <pc:spChg chg="add del">
          <ac:chgData name="Daniel Haschock" userId="a67c9672bd59f5a7" providerId="LiveId" clId="{C43AC734-E11F-4898-B075-FA1C1E37010A}" dt="2021-02-04T13:24:17.117" v="1279" actId="22"/>
          <ac:spMkLst>
            <pc:docMk/>
            <pc:sldMk cId="3328521670" sldId="260"/>
            <ac:spMk id="5" creationId="{D5DC639F-9FBC-4CA7-96E5-73C5A46DD190}"/>
          </ac:spMkLst>
        </pc:spChg>
        <pc:spChg chg="add mod">
          <ac:chgData name="Daniel Haschock" userId="a67c9672bd59f5a7" providerId="LiveId" clId="{C43AC734-E11F-4898-B075-FA1C1E37010A}" dt="2021-02-04T14:17:16.514" v="2104" actId="20577"/>
          <ac:spMkLst>
            <pc:docMk/>
            <pc:sldMk cId="3328521670" sldId="260"/>
            <ac:spMk id="9" creationId="{BF311053-CACE-49F3-8354-013990DF1079}"/>
          </ac:spMkLst>
        </pc:spChg>
        <pc:cxnChg chg="add mod">
          <ac:chgData name="Daniel Haschock" userId="a67c9672bd59f5a7" providerId="LiveId" clId="{C43AC734-E11F-4898-B075-FA1C1E37010A}" dt="2021-02-04T13:36:10.712" v="1670" actId="1076"/>
          <ac:cxnSpMkLst>
            <pc:docMk/>
            <pc:sldMk cId="3328521670" sldId="260"/>
            <ac:cxnSpMk id="6" creationId="{2126D420-EC3D-43F1-A4EB-31CFC874F7C4}"/>
          </ac:cxnSpMkLst>
        </pc:cxnChg>
        <pc:cxnChg chg="add mod">
          <ac:chgData name="Daniel Haschock" userId="a67c9672bd59f5a7" providerId="LiveId" clId="{C43AC734-E11F-4898-B075-FA1C1E37010A}" dt="2021-02-04T13:36:13.931" v="1671" actId="14100"/>
          <ac:cxnSpMkLst>
            <pc:docMk/>
            <pc:sldMk cId="3328521670" sldId="260"/>
            <ac:cxnSpMk id="7" creationId="{2EE90615-E154-4202-9C93-FC7E09D61480}"/>
          </ac:cxnSpMkLst>
        </pc:cxnChg>
        <pc:cxnChg chg="add mod">
          <ac:chgData name="Daniel Haschock" userId="a67c9672bd59f5a7" providerId="LiveId" clId="{C43AC734-E11F-4898-B075-FA1C1E37010A}" dt="2021-02-04T14:02:47.137" v="2021" actId="14100"/>
          <ac:cxnSpMkLst>
            <pc:docMk/>
            <pc:sldMk cId="3328521670" sldId="260"/>
            <ac:cxnSpMk id="8" creationId="{0399BDEE-4BD7-4B9A-BC53-F9C5AFBBCCED}"/>
          </ac:cxnSpMkLst>
        </pc:cxnChg>
        <pc:cxnChg chg="add del mod">
          <ac:chgData name="Daniel Haschock" userId="a67c9672bd59f5a7" providerId="LiveId" clId="{C43AC734-E11F-4898-B075-FA1C1E37010A}" dt="2021-02-04T13:36:04.425" v="1669" actId="478"/>
          <ac:cxnSpMkLst>
            <pc:docMk/>
            <pc:sldMk cId="3328521670" sldId="260"/>
            <ac:cxnSpMk id="10" creationId="{6F70078F-5791-4944-84B0-BBF464ADFD07}"/>
          </ac:cxnSpMkLst>
        </pc:cxnChg>
        <pc:cxnChg chg="add del mod">
          <ac:chgData name="Daniel Haschock" userId="a67c9672bd59f5a7" providerId="LiveId" clId="{C43AC734-E11F-4898-B075-FA1C1E37010A}" dt="2021-02-04T13:36:04.425" v="1669" actId="478"/>
          <ac:cxnSpMkLst>
            <pc:docMk/>
            <pc:sldMk cId="3328521670" sldId="260"/>
            <ac:cxnSpMk id="11" creationId="{A9CDE968-A0F4-4BA8-B62E-2A23ABE6ADB6}"/>
          </ac:cxnSpMkLst>
        </pc:cxnChg>
        <pc:cxnChg chg="add del mod">
          <ac:chgData name="Daniel Haschock" userId="a67c9672bd59f5a7" providerId="LiveId" clId="{C43AC734-E11F-4898-B075-FA1C1E37010A}" dt="2021-02-04T13:36:04.425" v="1669" actId="478"/>
          <ac:cxnSpMkLst>
            <pc:docMk/>
            <pc:sldMk cId="3328521670" sldId="260"/>
            <ac:cxnSpMk id="12" creationId="{A6526988-6220-4C7E-9737-E1C2F0F9B9C2}"/>
          </ac:cxnSpMkLst>
        </pc:cxnChg>
      </pc:sldChg>
      <pc:sldChg chg="addSp delSp modSp new mod modAnim">
        <pc:chgData name="Daniel Haschock" userId="a67c9672bd59f5a7" providerId="LiveId" clId="{C43AC734-E11F-4898-B075-FA1C1E37010A}" dt="2021-02-04T15:08:26.125" v="2150" actId="6549"/>
        <pc:sldMkLst>
          <pc:docMk/>
          <pc:sldMk cId="1980830189" sldId="261"/>
        </pc:sldMkLst>
        <pc:spChg chg="mod">
          <ac:chgData name="Daniel Haschock" userId="a67c9672bd59f5a7" providerId="LiveId" clId="{C43AC734-E11F-4898-B075-FA1C1E37010A}" dt="2021-02-04T15:08:26.125" v="2150" actId="6549"/>
          <ac:spMkLst>
            <pc:docMk/>
            <pc:sldMk cId="1980830189" sldId="261"/>
            <ac:spMk id="2" creationId="{C087C7E3-DEF4-4407-91F8-77A156796565}"/>
          </ac:spMkLst>
        </pc:spChg>
        <pc:spChg chg="del">
          <ac:chgData name="Daniel Haschock" userId="a67c9672bd59f5a7" providerId="LiveId" clId="{C43AC734-E11F-4898-B075-FA1C1E37010A}" dt="2021-02-04T13:45:22.361" v="1727"/>
          <ac:spMkLst>
            <pc:docMk/>
            <pc:sldMk cId="1980830189" sldId="261"/>
            <ac:spMk id="3" creationId="{15290132-7604-47ED-A80E-148923AD48C6}"/>
          </ac:spMkLst>
        </pc:spChg>
        <pc:spChg chg="add mod">
          <ac:chgData name="Daniel Haschock" userId="a67c9672bd59f5a7" providerId="LiveId" clId="{C43AC734-E11F-4898-B075-FA1C1E37010A}" dt="2021-02-04T14:10:38.213" v="2059" actId="1076"/>
          <ac:spMkLst>
            <pc:docMk/>
            <pc:sldMk cId="1980830189" sldId="261"/>
            <ac:spMk id="5" creationId="{0940CFD2-D09E-457D-BA71-31FA985979F4}"/>
          </ac:spMkLst>
        </pc:spChg>
        <pc:spChg chg="add mod">
          <ac:chgData name="Daniel Haschock" userId="a67c9672bd59f5a7" providerId="LiveId" clId="{C43AC734-E11F-4898-B075-FA1C1E37010A}" dt="2021-02-04T14:15:44.763" v="2101" actId="122"/>
          <ac:spMkLst>
            <pc:docMk/>
            <pc:sldMk cId="1980830189" sldId="261"/>
            <ac:spMk id="22" creationId="{026DD2C3-FE49-45E2-A1FE-84C21BF96A57}"/>
          </ac:spMkLst>
        </pc:spChg>
        <pc:grpChg chg="add mod">
          <ac:chgData name="Daniel Haschock" userId="a67c9672bd59f5a7" providerId="LiveId" clId="{C43AC734-E11F-4898-B075-FA1C1E37010A}" dt="2021-02-04T13:55:59.725" v="1954" actId="1076"/>
          <ac:grpSpMkLst>
            <pc:docMk/>
            <pc:sldMk cId="1980830189" sldId="261"/>
            <ac:grpSpMk id="23" creationId="{989A2D05-DF66-46D1-873A-1A3BA4CEFB9B}"/>
          </ac:grpSpMkLst>
        </pc:grpChg>
        <pc:picChg chg="add mod">
          <ac:chgData name="Daniel Haschock" userId="a67c9672bd59f5a7" providerId="LiveId" clId="{C43AC734-E11F-4898-B075-FA1C1E37010A}" dt="2021-02-04T14:10:38.213" v="2059" actId="1076"/>
          <ac:picMkLst>
            <pc:docMk/>
            <pc:sldMk cId="1980830189" sldId="261"/>
            <ac:picMk id="4" creationId="{D8B9E70A-4B64-48F4-972C-F78DA22720BA}"/>
          </ac:picMkLst>
        </pc:picChg>
        <pc:picChg chg="add del mod">
          <ac:chgData name="Daniel Haschock" userId="a67c9672bd59f5a7" providerId="LiveId" clId="{C43AC734-E11F-4898-B075-FA1C1E37010A}" dt="2021-02-04T13:52:32.632" v="1841" actId="478"/>
          <ac:picMkLst>
            <pc:docMk/>
            <pc:sldMk cId="1980830189" sldId="261"/>
            <ac:picMk id="7" creationId="{93695F2F-ED3E-4B20-BFA2-7435EC08C809}"/>
          </ac:picMkLst>
        </pc:picChg>
        <pc:picChg chg="add del mod">
          <ac:chgData name="Daniel Haschock" userId="a67c9672bd59f5a7" providerId="LiveId" clId="{C43AC734-E11F-4898-B075-FA1C1E37010A}" dt="2021-02-04T13:52:31.942" v="1840" actId="478"/>
          <ac:picMkLst>
            <pc:docMk/>
            <pc:sldMk cId="1980830189" sldId="261"/>
            <ac:picMk id="9" creationId="{37FE0CCB-6362-4E69-BE48-860BF898D8AA}"/>
          </ac:picMkLst>
        </pc:picChg>
        <pc:picChg chg="add del mod">
          <ac:chgData name="Daniel Haschock" userId="a67c9672bd59f5a7" providerId="LiveId" clId="{C43AC734-E11F-4898-B075-FA1C1E37010A}" dt="2021-02-04T13:52:31.153" v="1839" actId="478"/>
          <ac:picMkLst>
            <pc:docMk/>
            <pc:sldMk cId="1980830189" sldId="261"/>
            <ac:picMk id="11" creationId="{A98034C5-58E9-4B93-A398-A02A86B5E317}"/>
          </ac:picMkLst>
        </pc:picChg>
        <pc:picChg chg="add del mod">
          <ac:chgData name="Daniel Haschock" userId="a67c9672bd59f5a7" providerId="LiveId" clId="{C43AC734-E11F-4898-B075-FA1C1E37010A}" dt="2021-02-04T13:52:29.065" v="1838" actId="478"/>
          <ac:picMkLst>
            <pc:docMk/>
            <pc:sldMk cId="1980830189" sldId="261"/>
            <ac:picMk id="13" creationId="{FE78D1AF-D556-4CA8-8F30-3DFF2D7D7397}"/>
          </ac:picMkLst>
        </pc:picChg>
        <pc:picChg chg="add mod">
          <ac:chgData name="Daniel Haschock" userId="a67c9672bd59f5a7" providerId="LiveId" clId="{C43AC734-E11F-4898-B075-FA1C1E37010A}" dt="2021-02-04T13:55:56.816" v="1953" actId="164"/>
          <ac:picMkLst>
            <pc:docMk/>
            <pc:sldMk cId="1980830189" sldId="261"/>
            <ac:picMk id="15" creationId="{9F90AD88-B12A-4784-AD30-BD48472CEF9F}"/>
          </ac:picMkLst>
        </pc:picChg>
        <pc:picChg chg="add mod modCrop">
          <ac:chgData name="Daniel Haschock" userId="a67c9672bd59f5a7" providerId="LiveId" clId="{C43AC734-E11F-4898-B075-FA1C1E37010A}" dt="2021-02-04T13:55:56.816" v="1953" actId="164"/>
          <ac:picMkLst>
            <pc:docMk/>
            <pc:sldMk cId="1980830189" sldId="261"/>
            <ac:picMk id="17" creationId="{26238E1D-9ABF-47D6-AA02-5304E179B682}"/>
          </ac:picMkLst>
        </pc:picChg>
        <pc:picChg chg="add mod modCrop">
          <ac:chgData name="Daniel Haschock" userId="a67c9672bd59f5a7" providerId="LiveId" clId="{C43AC734-E11F-4898-B075-FA1C1E37010A}" dt="2021-02-04T13:55:56.816" v="1953" actId="164"/>
          <ac:picMkLst>
            <pc:docMk/>
            <pc:sldMk cId="1980830189" sldId="261"/>
            <ac:picMk id="19" creationId="{C31AA56A-6915-42F4-80EA-8963345BA76A}"/>
          </ac:picMkLst>
        </pc:picChg>
        <pc:picChg chg="add del mod">
          <ac:chgData name="Daniel Haschock" userId="a67c9672bd59f5a7" providerId="LiveId" clId="{C43AC734-E11F-4898-B075-FA1C1E37010A}" dt="2021-02-04T13:53:23.825" v="1870" actId="478"/>
          <ac:picMkLst>
            <pc:docMk/>
            <pc:sldMk cId="1980830189" sldId="261"/>
            <ac:picMk id="21" creationId="{2CB85F44-4A2D-4960-AC87-B0D6A977CC74}"/>
          </ac:picMkLst>
        </pc:picChg>
      </pc:sldChg>
      <pc:sldMasterChg chg="addSldLayout modSldLayout">
        <pc:chgData name="Daniel Haschock" userId="a67c9672bd59f5a7" providerId="LiveId" clId="{C43AC734-E11F-4898-B075-FA1C1E37010A}" dt="2021-02-04T14:10:06.667" v="2058" actId="1076"/>
        <pc:sldMasterMkLst>
          <pc:docMk/>
          <pc:sldMasterMk cId="1874116214" sldId="2147483648"/>
        </pc:sldMasterMkLst>
        <pc:sldLayoutChg chg="addSp modSp mod">
          <pc:chgData name="Daniel Haschock" userId="a67c9672bd59f5a7" providerId="LiveId" clId="{C43AC734-E11F-4898-B075-FA1C1E37010A}" dt="2021-02-04T14:10:06.667" v="2058" actId="1076"/>
          <pc:sldLayoutMkLst>
            <pc:docMk/>
            <pc:sldMasterMk cId="1874116214" sldId="2147483648"/>
            <pc:sldLayoutMk cId="3611157422" sldId="2147483650"/>
          </pc:sldLayoutMkLst>
          <pc:spChg chg="add mod">
            <ac:chgData name="Daniel Haschock" userId="a67c9672bd59f5a7" providerId="LiveId" clId="{C43AC734-E11F-4898-B075-FA1C1E37010A}" dt="2021-02-04T14:10:06.667" v="2058" actId="1076"/>
            <ac:spMkLst>
              <pc:docMk/>
              <pc:sldMasterMk cId="1874116214" sldId="2147483648"/>
              <pc:sldLayoutMk cId="3611157422" sldId="2147483650"/>
              <ac:spMk id="8" creationId="{8BAE63A9-763B-478E-B3B0-611CC066D58D}"/>
            </ac:spMkLst>
          </pc:spChg>
          <pc:spChg chg="add mod">
            <ac:chgData name="Daniel Haschock" userId="a67c9672bd59f5a7" providerId="LiveId" clId="{C43AC734-E11F-4898-B075-FA1C1E37010A}" dt="2021-02-04T14:10:06.667" v="2058" actId="1076"/>
            <ac:spMkLst>
              <pc:docMk/>
              <pc:sldMasterMk cId="1874116214" sldId="2147483648"/>
              <pc:sldLayoutMk cId="3611157422" sldId="2147483650"/>
              <ac:spMk id="10" creationId="{F6F57652-1E2E-40BF-B5E9-C4607C34B218}"/>
            </ac:spMkLst>
          </pc:spChg>
          <pc:picChg chg="add mod">
            <ac:chgData name="Daniel Haschock" userId="a67c9672bd59f5a7" providerId="LiveId" clId="{C43AC734-E11F-4898-B075-FA1C1E37010A}" dt="2021-02-04T14:09:07.718" v="2055" actId="1076"/>
            <ac:picMkLst>
              <pc:docMk/>
              <pc:sldMasterMk cId="1874116214" sldId="2147483648"/>
              <pc:sldLayoutMk cId="3611157422" sldId="2147483650"/>
              <ac:picMk id="7" creationId="{F587E85D-28D5-4AD6-BF5C-7092C91DF1CB}"/>
            </ac:picMkLst>
          </pc:picChg>
          <pc:picChg chg="add mod">
            <ac:chgData name="Daniel Haschock" userId="a67c9672bd59f5a7" providerId="LiveId" clId="{C43AC734-E11F-4898-B075-FA1C1E37010A}" dt="2021-02-04T14:10:06.667" v="2058" actId="1076"/>
            <ac:picMkLst>
              <pc:docMk/>
              <pc:sldMasterMk cId="1874116214" sldId="2147483648"/>
              <pc:sldLayoutMk cId="3611157422" sldId="2147483650"/>
              <ac:picMk id="9" creationId="{54C02F97-F6FF-4CD9-AAFF-6D43364BCCC1}"/>
            </ac:picMkLst>
          </pc:picChg>
        </pc:sldLayoutChg>
        <pc:sldLayoutChg chg="new mod replId">
          <pc:chgData name="Daniel Haschock" userId="a67c9672bd59f5a7" providerId="LiveId" clId="{C43AC734-E11F-4898-B075-FA1C1E37010A}" dt="2021-02-04T14:08:31.757" v="2053" actId="11236"/>
          <pc:sldLayoutMkLst>
            <pc:docMk/>
            <pc:sldMasterMk cId="1874116214" sldId="2147483648"/>
            <pc:sldLayoutMk cId="1912140050" sldId="2147483672"/>
          </pc:sldLayoutMkLst>
        </pc:sldLayoutChg>
      </pc:sldMasterChg>
      <pc:sldMasterChg chg="new mod addSldLayout">
        <pc:chgData name="Daniel Haschock" userId="a67c9672bd59f5a7" providerId="LiveId" clId="{C43AC734-E11F-4898-B075-FA1C1E37010A}" dt="2021-02-04T14:08:12.230" v="2052" actId="6938"/>
        <pc:sldMasterMkLst>
          <pc:docMk/>
          <pc:sldMasterMk cId="309290343" sldId="2147483660"/>
        </pc:sldMasterMkLst>
        <pc:sldLayoutChg chg="new replId">
          <pc:chgData name="Daniel Haschock" userId="a67c9672bd59f5a7" providerId="LiveId" clId="{C43AC734-E11F-4898-B075-FA1C1E37010A}" dt="2021-02-04T14:08:12.230" v="2052" actId="6938"/>
          <pc:sldLayoutMkLst>
            <pc:docMk/>
            <pc:sldMasterMk cId="309290343" sldId="2147483660"/>
            <pc:sldLayoutMk cId="1276069321" sldId="2147483661"/>
          </pc:sldLayoutMkLst>
        </pc:sldLayoutChg>
        <pc:sldLayoutChg chg="new replId">
          <pc:chgData name="Daniel Haschock" userId="a67c9672bd59f5a7" providerId="LiveId" clId="{C43AC734-E11F-4898-B075-FA1C1E37010A}" dt="2021-02-04T14:08:12.230" v="2052" actId="6938"/>
          <pc:sldLayoutMkLst>
            <pc:docMk/>
            <pc:sldMasterMk cId="309290343" sldId="2147483660"/>
            <pc:sldLayoutMk cId="3779330575" sldId="2147483662"/>
          </pc:sldLayoutMkLst>
        </pc:sldLayoutChg>
        <pc:sldLayoutChg chg="new replId">
          <pc:chgData name="Daniel Haschock" userId="a67c9672bd59f5a7" providerId="LiveId" clId="{C43AC734-E11F-4898-B075-FA1C1E37010A}" dt="2021-02-04T14:08:12.230" v="2052" actId="6938"/>
          <pc:sldLayoutMkLst>
            <pc:docMk/>
            <pc:sldMasterMk cId="309290343" sldId="2147483660"/>
            <pc:sldLayoutMk cId="2586108077" sldId="2147483663"/>
          </pc:sldLayoutMkLst>
        </pc:sldLayoutChg>
        <pc:sldLayoutChg chg="new replId">
          <pc:chgData name="Daniel Haschock" userId="a67c9672bd59f5a7" providerId="LiveId" clId="{C43AC734-E11F-4898-B075-FA1C1E37010A}" dt="2021-02-04T14:08:12.230" v="2052" actId="6938"/>
          <pc:sldLayoutMkLst>
            <pc:docMk/>
            <pc:sldMasterMk cId="309290343" sldId="2147483660"/>
            <pc:sldLayoutMk cId="4279743615" sldId="2147483664"/>
          </pc:sldLayoutMkLst>
        </pc:sldLayoutChg>
        <pc:sldLayoutChg chg="new replId">
          <pc:chgData name="Daniel Haschock" userId="a67c9672bd59f5a7" providerId="LiveId" clId="{C43AC734-E11F-4898-B075-FA1C1E37010A}" dt="2021-02-04T14:08:12.230" v="2052" actId="6938"/>
          <pc:sldLayoutMkLst>
            <pc:docMk/>
            <pc:sldMasterMk cId="309290343" sldId="2147483660"/>
            <pc:sldLayoutMk cId="519798644" sldId="2147483665"/>
          </pc:sldLayoutMkLst>
        </pc:sldLayoutChg>
        <pc:sldLayoutChg chg="new replId">
          <pc:chgData name="Daniel Haschock" userId="a67c9672bd59f5a7" providerId="LiveId" clId="{C43AC734-E11F-4898-B075-FA1C1E37010A}" dt="2021-02-04T14:08:12.230" v="2052" actId="6938"/>
          <pc:sldLayoutMkLst>
            <pc:docMk/>
            <pc:sldMasterMk cId="309290343" sldId="2147483660"/>
            <pc:sldLayoutMk cId="4174967433" sldId="2147483666"/>
          </pc:sldLayoutMkLst>
        </pc:sldLayoutChg>
        <pc:sldLayoutChg chg="new replId">
          <pc:chgData name="Daniel Haschock" userId="a67c9672bd59f5a7" providerId="LiveId" clId="{C43AC734-E11F-4898-B075-FA1C1E37010A}" dt="2021-02-04T14:08:12.230" v="2052" actId="6938"/>
          <pc:sldLayoutMkLst>
            <pc:docMk/>
            <pc:sldMasterMk cId="309290343" sldId="2147483660"/>
            <pc:sldLayoutMk cId="2444958205" sldId="2147483667"/>
          </pc:sldLayoutMkLst>
        </pc:sldLayoutChg>
        <pc:sldLayoutChg chg="new replId">
          <pc:chgData name="Daniel Haschock" userId="a67c9672bd59f5a7" providerId="LiveId" clId="{C43AC734-E11F-4898-B075-FA1C1E37010A}" dt="2021-02-04T14:08:12.230" v="2052" actId="6938"/>
          <pc:sldLayoutMkLst>
            <pc:docMk/>
            <pc:sldMasterMk cId="309290343" sldId="2147483660"/>
            <pc:sldLayoutMk cId="369901522" sldId="2147483668"/>
          </pc:sldLayoutMkLst>
        </pc:sldLayoutChg>
        <pc:sldLayoutChg chg="new replId">
          <pc:chgData name="Daniel Haschock" userId="a67c9672bd59f5a7" providerId="LiveId" clId="{C43AC734-E11F-4898-B075-FA1C1E37010A}" dt="2021-02-04T14:08:12.230" v="2052" actId="6938"/>
          <pc:sldLayoutMkLst>
            <pc:docMk/>
            <pc:sldMasterMk cId="309290343" sldId="2147483660"/>
            <pc:sldLayoutMk cId="1858181777" sldId="2147483669"/>
          </pc:sldLayoutMkLst>
        </pc:sldLayoutChg>
        <pc:sldLayoutChg chg="new replId">
          <pc:chgData name="Daniel Haschock" userId="a67c9672bd59f5a7" providerId="LiveId" clId="{C43AC734-E11F-4898-B075-FA1C1E37010A}" dt="2021-02-04T14:08:12.230" v="2052" actId="6938"/>
          <pc:sldLayoutMkLst>
            <pc:docMk/>
            <pc:sldMasterMk cId="309290343" sldId="2147483660"/>
            <pc:sldLayoutMk cId="2260127644" sldId="2147483670"/>
          </pc:sldLayoutMkLst>
        </pc:sldLayoutChg>
        <pc:sldLayoutChg chg="new replId">
          <pc:chgData name="Daniel Haschock" userId="a67c9672bd59f5a7" providerId="LiveId" clId="{C43AC734-E11F-4898-B075-FA1C1E37010A}" dt="2021-02-04T14:08:12.230" v="2052" actId="6938"/>
          <pc:sldLayoutMkLst>
            <pc:docMk/>
            <pc:sldMasterMk cId="309290343" sldId="2147483660"/>
            <pc:sldLayoutMk cId="3541530831" sldId="214748367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454EE5B-D616-42B9-ADEC-59987F0DBA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437C222-5B20-4647-B44F-E21B73ED49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FE442-39EE-4467-A5D3-26653EAB0BF0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9A9531-ABCE-43E3-8958-970FB8C9EF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DB5526-3C22-41BF-AB05-6DC92BAF27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BDEFB-B611-498C-8427-A0E946AC21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95105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B2ADC-8C48-4881-9470-DD7411C6AD5C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A497B-0B1B-46F1-8888-3A28DCE645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07066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033684-8BCD-496F-AE07-C93A9BA5F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103BB5-55BB-41EF-9AB1-4885FF9FA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F8091D-68CC-4BC6-8ABD-6EFC3434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344A-576D-4AD1-8F55-FF96231B024B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6986CE-2A8B-4C27-BCD9-81858243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4B3F34-D5E9-498F-BB2E-6D2770463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C1043-7A73-4DCA-A0AC-ADFFACF74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456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B41CF-0A57-47B8-9185-01D8A8644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28F7288-2514-450B-9F0A-4A40C1D4C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344A-576D-4AD1-8F55-FF96231B024B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9975C57-2539-43D8-8E41-306B2F817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BB5A59-0E25-47A5-92B5-A6C37434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C1043-7A73-4DCA-A0AC-ADFFACF74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14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45C7A6-D101-4E99-9262-872F754E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6AC6D7-618E-466D-BB25-33BD71B50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B7E446-E591-4734-B528-CD2FD670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344A-576D-4AD1-8F55-FF96231B024B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7B696E-AE13-4E48-BDFC-83F85F42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EFFE71-DD5A-4DE8-B54D-43F4812A7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C1043-7A73-4DCA-A0AC-ADFFACF74313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1">
            <a:extLst>
              <a:ext uri="{FF2B5EF4-FFF2-40B4-BE49-F238E27FC236}">
                <a16:creationId xmlns:a16="http://schemas.microsoft.com/office/drawing/2014/main" id="{F587E85D-28D5-4AD6-BF5C-7092C91DF1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775" y="365125"/>
            <a:ext cx="21050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BAE63A9-763B-478E-B3B0-611CC066D58D}"/>
              </a:ext>
            </a:extLst>
          </p:cNvPr>
          <p:cNvSpPr txBox="1"/>
          <p:nvPr userDrawn="1"/>
        </p:nvSpPr>
        <p:spPr>
          <a:xfrm>
            <a:off x="4460361" y="6444476"/>
            <a:ext cx="2084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Produktionsautomatisierung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4C02F97-F6FF-4CD9-AAFF-6D43364BCC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0876" y="6286132"/>
            <a:ext cx="627471" cy="33531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6F57652-1E2E-40BF-B5E9-C4607C34B218}"/>
              </a:ext>
            </a:extLst>
          </p:cNvPr>
          <p:cNvSpPr txBox="1"/>
          <p:nvPr userDrawn="1"/>
        </p:nvSpPr>
        <p:spPr>
          <a:xfrm>
            <a:off x="1508033" y="6267504"/>
            <a:ext cx="207336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Lehrstuhl Automatisierungstechnik</a:t>
            </a:r>
          </a:p>
          <a:p>
            <a:r>
              <a:rPr lang="de-DE" sz="85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Prof. Dr.-Ing Ulrich Berger</a:t>
            </a:r>
          </a:p>
        </p:txBody>
      </p:sp>
    </p:spTree>
    <p:extLst>
      <p:ext uri="{BB962C8B-B14F-4D97-AF65-F5344CB8AC3E}">
        <p14:creationId xmlns:p14="http://schemas.microsoft.com/office/powerpoint/2010/main" val="3611157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E4BED-E71D-4070-A6E6-DCAA9E8DC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7AF1CE-D63F-4489-B100-FC9BED82E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9EB284-6994-4C0C-B495-15F560B6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344A-576D-4AD1-8F55-FF96231B024B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82F689-2642-4B70-BBB9-97932FB18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8DE5A4-A36C-44B7-8788-0F5C5B618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C1043-7A73-4DCA-A0AC-ADFFACF74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6734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EB08B5-344D-425E-9D75-444167CAA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72D559-7D43-4A87-A720-15DDF66B7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42496E-A51E-4B1D-A6B5-DBCF7B1A6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264D0C-D52B-43D6-8CB3-7D7455B1D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344A-576D-4AD1-8F55-FF96231B024B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3FC70DC-F3FB-4244-AA37-D09136634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9EA19B-E488-4A8F-A52D-BB0CA963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C1043-7A73-4DCA-A0AC-ADFFACF74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854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3F9938-8F75-45E1-9115-647070F6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4168BF-6EEF-4424-801E-A5DDF4D8A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1607669-6870-455F-8F7B-E74F4B3A1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DA9350B-A774-4FB1-96D6-FF1EDAFC9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11D6694-72AA-4D43-A510-3AAE8E95CE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41FEFD-FC89-4DFD-AFCA-6243B13D9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344A-576D-4AD1-8F55-FF96231B024B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3B354C4-CF40-4FD3-B966-FAC180A80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5E06A56-1BE7-4280-88F9-EF9AA6D9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C1043-7A73-4DCA-A0AC-ADFFACF74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433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AEFB46-623F-4D85-B351-D1878C88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078FCF-FA1A-4DB7-85A7-A8960A3E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344A-576D-4AD1-8F55-FF96231B024B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03AAFB-D852-4E3E-B19D-9A80B7D2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E8B964-78A6-4960-A5E1-486513CF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C1043-7A73-4DCA-A0AC-ADFFACF74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1777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1CD299E-B0B7-4F1B-96A3-83A6C56B2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344A-576D-4AD1-8F55-FF96231B024B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7026D02-67E0-45E2-9B3E-8EBD95E1A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BA4AE7-902F-4362-8769-FAE2EE9F8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C1043-7A73-4DCA-A0AC-ADFFACF74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1941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50E05E-7063-4F4C-AF9C-B9E087F29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877CC8-2CE2-45C4-A447-DFA439D65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A2F4E2-A429-410C-8228-3E41FCDC3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D9C845-2336-4659-BCB4-4267E50E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344A-576D-4AD1-8F55-FF96231B024B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94F077-6CEC-4ECB-8F36-1FE78E39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2609F9-6F31-46C2-8E09-83021BEC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C1043-7A73-4DCA-A0AC-ADFFACF74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1148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C87E42-8058-429E-B602-C5E4E8CB2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0C763DC-A74F-49F4-8EB8-B9C4C5347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B66BEB-0416-4D83-BE02-F5BD65FFF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E97F63-AF19-4B08-8AA5-FE7B06148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344A-576D-4AD1-8F55-FF96231B024B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F1D1D5-B5E6-4073-A6BA-C0EAA95B1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A8A062-58A5-4E3D-A8E2-AA17D0E1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C1043-7A73-4DCA-A0AC-ADFFACF74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7983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8CC93E-F788-4AE4-8569-5C6D51A9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E885E9A-722A-451F-850C-4AF2C190F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470CA3-6ED3-4454-848B-AB4BD3E7F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344A-576D-4AD1-8F55-FF96231B024B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0B00EB-C718-4CEA-8CB9-34300D7E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456B9F-DE65-4BD2-AAFE-DE506A46E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C1043-7A73-4DCA-A0AC-ADFFACF74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8704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D3D1EDF-2BA2-48D5-A76B-16169ADBAA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4157FD3-B7C1-4D79-ADA5-A5B34C772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23B32C-A72A-43B9-A6D2-789CDA6C1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B344A-576D-4AD1-8F55-FF96231B024B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2D2DAB-4E16-4C4E-ACED-B51F29D6F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7B0A5C-D84A-4810-AAB7-0487F84B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C1043-7A73-4DCA-A0AC-ADFFACF74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88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EAE7D-4624-47D4-8E18-616C46932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9D601EF-3E3D-4574-BE82-28893BCC8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5826DC-BF5A-4F08-A43D-74F1303D9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0D1D-41BF-4D39-9621-8D8C44B397C3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DA17A9-3EFE-479D-90E7-D64913D1F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8DA5E3-82C3-40E9-AFF7-DE895837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AE041-5C78-458B-9395-91883029DF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6069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4749B5-461A-4EDE-B7A4-CC39032F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D510A7-8813-4BD1-9A8B-C698C5816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EADB47-0123-456A-BB14-3FCA18A75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0D1D-41BF-4D39-9621-8D8C44B397C3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AC73DB-FEBF-4354-9980-F5D0CF43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0C87E3-083E-40B5-97B0-EBCA204BB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AE041-5C78-458B-9395-91883029DF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9330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E097BE-5362-4940-B6A9-11A89DC6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D201F0-B927-4439-88AE-6296C05FC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A9074B-5D94-4147-9850-6F735BBC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0D1D-41BF-4D39-9621-8D8C44B397C3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973169-CC28-4811-AD87-3A4123293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E58BDC-44A4-40C5-AEBF-8802993FB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AE041-5C78-458B-9395-91883029DF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6108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84873-394C-460A-A3F7-3D845AFC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35840C-2A4B-4473-9C85-81CC0F493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414998-1A39-4843-BCEB-53FE9EF21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862A78-C373-4F8C-908A-C6A8D037B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0D1D-41BF-4D39-9621-8D8C44B397C3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4172C0-D714-42BD-AB25-DBABB5948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FC7DE9-578E-45D1-8CB0-BD903652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AE041-5C78-458B-9395-91883029DF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9743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60A8A3-5596-4CCD-AE81-9A9CFA54D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3804FD-1892-41B0-A9B4-5C1D601D3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6501E9-C6E5-4D9A-9B08-C6322831E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EFDF00E-8AF4-4B3B-81C9-15E39D635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590167-AB60-4EEC-B10E-9BA020EAB3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ED0A099-7ADA-4F70-BA51-41B88F0DF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0D1D-41BF-4D39-9621-8D8C44B397C3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DAE7530-18C7-48A1-BC7E-198A2FDB5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FCBE54-88AE-4459-842C-23983CE1E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AE041-5C78-458B-9395-91883029DF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97986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6B60F8-FD92-4BD3-A9EA-7031A11B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D8BD5A-F90D-4B73-BBC5-197EE00E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0D1D-41BF-4D39-9621-8D8C44B397C3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3ADBA2-F103-42AD-A1CB-B072FF4A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E2EF23-ABCF-4C75-B552-2921F673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AE041-5C78-458B-9395-91883029DF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49674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57D50B-497B-44DF-92CA-CA60159C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0D1D-41BF-4D39-9621-8D8C44B397C3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FE49AC5-0012-4CA4-9C68-2B777FC8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EBEA95-DFBE-4898-A5AF-E4D73327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AE041-5C78-458B-9395-91883029DF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49582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1E9A6A-BFF1-4E38-8022-A626A853E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E67CBE-5083-470C-AE49-16C919098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DDD40A-898B-4CA0-A5AD-627B3E92B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71F68C-AD5C-4966-AD33-0DEA9C5C9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0D1D-41BF-4D39-9621-8D8C44B397C3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38BB7A-5F28-4ECE-AA5D-0F34F1C30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6ACF1A-F76F-44DF-8A60-DAECEBFC3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AE041-5C78-458B-9395-91883029DF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901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9A15E-0738-4D37-AAAC-A143761E9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12A697F-E2E1-451C-B234-2379149C5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C54116-F440-4FF9-8888-B6951E212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B0881D-136C-4EBD-96F1-63579619C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0D1D-41BF-4D39-9621-8D8C44B397C3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E3E8AF-7455-4E33-94E6-8D3139EC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F9DECC-6106-4422-96C7-1EB8A96F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AE041-5C78-458B-9395-91883029DF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1817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8ABDC6-C7EA-45B4-9F72-5ADD4ABF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A64901-2881-4038-898A-271F1AF6F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1F7551-0B12-4A08-996C-00B1B81BE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0D1D-41BF-4D39-9621-8D8C44B397C3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AA93DB-BFB2-4F5E-A711-B1B63625F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DD4636-0917-4C77-A0F2-E1401ED4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AE041-5C78-458B-9395-91883029DF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0127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EC564E0-BFBD-4D91-ABB1-8BE67C6D55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6F662AD-34DA-44A4-84C1-A6E65F9C2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9EA962-F8FC-4EA8-A3EB-BE090D628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0D1D-41BF-4D39-9621-8D8C44B397C3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C05476-5DCC-4DBE-974C-3FD45EED0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24CDA1-33BE-4703-9D98-B179F246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AE041-5C78-458B-9395-91883029DF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530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22C2A1C-4F53-41CA-8937-07A42B22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5B2443-7201-4E1E-BE45-17ADB84C1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F12851-820E-4E7E-A839-C09ACE6D5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B344A-576D-4AD1-8F55-FF96231B024B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E0B804-A0F3-4B5E-B7DF-948E055B2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56B1B9-EC6D-4623-B238-6737E9FCF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C1043-7A73-4DCA-A0AC-ADFFACF743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411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2F66A91-1593-45F7-B4F8-BE72B31E7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E60343-5F08-4299-ACBA-EFF69BDFC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357EE4-D773-4AF8-80BD-7B8F364DDE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B0D1D-41BF-4D39-9621-8D8C44B397C3}" type="datetimeFigureOut">
              <a:rPr lang="de-DE" smtClean="0"/>
              <a:t>24.02.2021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016BC1-6EB0-4A42-A5CD-32F2C04864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8703F3-7061-4A1A-BAD3-C1A8CE6E8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AE041-5C78-458B-9395-91883029DF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290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ktime.org/en/latest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an-turing-institute/sktime/blob/master/examples/02_classification_univariate.ipynb" TargetMode="External"/><Relationship Id="rId2" Type="http://schemas.openxmlformats.org/officeDocument/2006/relationships/hyperlink" Target="https://github.com/alan-turing-institute/sktime/blob/master/examples/01_forecasting.ipyn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1E2225-4257-4903-AA84-3AB767FF1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sktime</a:t>
            </a:r>
            <a:br>
              <a:rPr lang="de-DE" dirty="0"/>
            </a:b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50B3A0A-660A-4E7E-869F-91895C6D9F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sz="4000" dirty="0">
                <a:hlinkClick r:id="rId2"/>
              </a:rPr>
              <a:t>https://www.sktime.org/en/latest/</a:t>
            </a:r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2286773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BD1B9F-1B65-4C73-AE3A-07D28C11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General </a:t>
            </a:r>
            <a:r>
              <a:rPr lang="de-DE" dirty="0" err="1"/>
              <a:t>functions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DBBC9F-8A68-46F4-A718-62BE8FC18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We provide specialized </a:t>
            </a:r>
            <a:r>
              <a:rPr lang="en-US" sz="3200" b="0" i="0" dirty="0">
                <a:solidFill>
                  <a:schemeClr val="accent2">
                    <a:lumMod val="75000"/>
                  </a:schemeClr>
                </a:solidFill>
                <a:effectLst/>
                <a:latin typeface="Lato" panose="020F0502020204030203" pitchFamily="34" charset="0"/>
              </a:rPr>
              <a:t>time series </a:t>
            </a:r>
            <a:r>
              <a:rPr lang="en-US" sz="3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algorithms and </a:t>
            </a:r>
            <a:r>
              <a:rPr lang="en-US" sz="3200" b="0" i="0" dirty="0">
                <a:solidFill>
                  <a:schemeClr val="accent2">
                    <a:lumMod val="75000"/>
                  </a:schemeClr>
                </a:solidFill>
                <a:effectLst/>
                <a:latin typeface="Lato" panose="020F0502020204030203" pitchFamily="34" charset="0"/>
              </a:rPr>
              <a:t>scikit-learn compatible </a:t>
            </a:r>
            <a:r>
              <a:rPr lang="en-US" sz="3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tools to build, tune and validate time series models for multiple learning problems, including:</a:t>
            </a:r>
          </a:p>
          <a:p>
            <a:pPr lvl="3"/>
            <a:r>
              <a:rPr lang="en-US" sz="3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Data structuring</a:t>
            </a:r>
          </a:p>
          <a:p>
            <a:pPr lvl="3"/>
            <a:r>
              <a:rPr lang="en-US" sz="3200" dirty="0">
                <a:solidFill>
                  <a:srgbClr val="404040"/>
                </a:solidFill>
                <a:latin typeface="Lato" panose="020F0502020204030203" pitchFamily="34" charset="0"/>
              </a:rPr>
              <a:t>Feature extraction</a:t>
            </a:r>
            <a:endParaRPr lang="en-US" sz="32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lvl="3"/>
            <a:r>
              <a:rPr lang="en-US" sz="3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Forecasting</a:t>
            </a:r>
          </a:p>
          <a:p>
            <a:pPr marL="1371600" lvl="3" indent="0">
              <a:buNone/>
            </a:pPr>
            <a:r>
              <a:rPr lang="en-US" sz="1200" dirty="0">
                <a:solidFill>
                  <a:srgbClr val="404040"/>
                </a:solidFill>
                <a:latin typeface="Lato" panose="020F0502020204030203" pitchFamily="34" charset="0"/>
                <a:hlinkClick r:id="rId2"/>
              </a:rPr>
              <a:t>(https://github.com/alan-turing-institute/sktime/blob/master/examples/01_forecasting.ipynb)</a:t>
            </a:r>
            <a:endParaRPr lang="en-US" sz="1200" b="0" i="0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pPr lvl="3"/>
            <a:r>
              <a:rPr lang="en-US" sz="3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Time series classification </a:t>
            </a:r>
          </a:p>
          <a:p>
            <a:pPr marL="1371600" lvl="3" indent="0">
              <a:buNone/>
            </a:pPr>
            <a:r>
              <a:rPr lang="en-US" sz="1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  <a:hlinkClick r:id="rId3"/>
              </a:rPr>
              <a:t>https://github.com/alan-turing-institute/sktime/blob/master/examples/02_classification_univariate.ipynb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4652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4A3913-B099-4970-BEBC-1552283A5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Forecasting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628243-FD12-4267-8344-48FA8D8D4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Sktime</a:t>
            </a:r>
            <a:r>
              <a:rPr lang="de-DE" dirty="0"/>
              <a:t> </a:t>
            </a:r>
            <a:r>
              <a:rPr lang="de-DE" dirty="0" err="1"/>
              <a:t>includes</a:t>
            </a:r>
            <a:r>
              <a:rPr lang="de-DE" dirty="0"/>
              <a:t> a </a:t>
            </a:r>
            <a:r>
              <a:rPr lang="de-DE" dirty="0" err="1"/>
              <a:t>reduction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reduces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forecasting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tabular</a:t>
            </a:r>
            <a:r>
              <a:rPr lang="de-DE" dirty="0"/>
              <a:t> </a:t>
            </a:r>
            <a:r>
              <a:rPr lang="de-DE" dirty="0" err="1"/>
              <a:t>regression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09F81D0-FC3C-483F-A3E6-3CE5DB5B6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238" y="3429000"/>
            <a:ext cx="5020092" cy="2655607"/>
          </a:xfrm>
          <a:prstGeom prst="rect">
            <a:avLst/>
          </a:prstGeom>
        </p:spPr>
      </p:pic>
      <p:pic>
        <p:nvPicPr>
          <p:cNvPr id="5" name="Inhaltsplatzhalter 10">
            <a:extLst>
              <a:ext uri="{FF2B5EF4-FFF2-40B4-BE49-F238E27FC236}">
                <a16:creationId xmlns:a16="http://schemas.microsoft.com/office/drawing/2014/main" id="{B5878A98-88BE-45E3-9A24-417B20F6F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928" y="3429000"/>
            <a:ext cx="5544843" cy="265560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FF2E61A-12D0-43C1-A444-AD1473B56810}"/>
              </a:ext>
            </a:extLst>
          </p:cNvPr>
          <p:cNvSpPr txBox="1"/>
          <p:nvPr/>
        </p:nvSpPr>
        <p:spPr>
          <a:xfrm>
            <a:off x="2338984" y="3118391"/>
            <a:ext cx="8254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Sklearn</a:t>
            </a:r>
            <a:r>
              <a:rPr lang="de-DE" dirty="0"/>
              <a:t> 				vs.				</a:t>
            </a:r>
            <a:r>
              <a:rPr lang="de-DE" dirty="0" err="1"/>
              <a:t>sktime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644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9D1770-00B1-4F5A-A07C-BCB44500E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/>
          <a:lstStyle/>
          <a:p>
            <a:r>
              <a:rPr lang="de-DE" dirty="0"/>
              <a:t>Univariante time </a:t>
            </a:r>
            <a:r>
              <a:rPr lang="de-DE" dirty="0" err="1"/>
              <a:t>series</a:t>
            </a:r>
            <a:r>
              <a:rPr lang="de-DE" dirty="0"/>
              <a:t> </a:t>
            </a:r>
            <a:r>
              <a:rPr lang="de-DE" dirty="0" err="1"/>
              <a:t>classification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3386B2-6F88-4F7D-A2F7-E1EA64326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1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The </a:t>
            </a:r>
            <a:r>
              <a:rPr lang="de-DE" dirty="0" err="1"/>
              <a:t>goal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relationship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a </a:t>
            </a:r>
            <a:r>
              <a:rPr lang="de-DE" dirty="0" err="1">
                <a:solidFill>
                  <a:schemeClr val="accent2">
                    <a:lumMod val="75000"/>
                  </a:schemeClr>
                </a:solidFill>
              </a:rPr>
              <a:t>single</a:t>
            </a:r>
            <a:r>
              <a:rPr lang="de-DE" dirty="0">
                <a:solidFill>
                  <a:schemeClr val="accent2">
                    <a:lumMod val="75000"/>
                  </a:schemeClr>
                </a:solidFill>
              </a:rPr>
              <a:t> time </a:t>
            </a:r>
            <a:r>
              <a:rPr lang="de-DE" dirty="0" err="1">
                <a:solidFill>
                  <a:schemeClr val="accent2">
                    <a:lumMod val="75000"/>
                  </a:schemeClr>
                </a:solidFill>
              </a:rPr>
              <a:t>series</a:t>
            </a:r>
            <a:r>
              <a:rPr lang="de-DE" dirty="0">
                <a:solidFill>
                  <a:schemeClr val="accent2">
                    <a:lumMod val="75000"/>
                  </a:schemeClr>
                </a:solidFill>
              </a:rPr>
              <a:t> variable</a:t>
            </a:r>
            <a:r>
              <a:rPr lang="de-DE" dirty="0"/>
              <a:t> and an </a:t>
            </a:r>
            <a:r>
              <a:rPr lang="de-DE" dirty="0" err="1"/>
              <a:t>associated</a:t>
            </a:r>
            <a:r>
              <a:rPr lang="de-DE" dirty="0"/>
              <a:t> </a:t>
            </a:r>
            <a:r>
              <a:rPr lang="de-DE" dirty="0" err="1"/>
              <a:t>label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accurately</a:t>
            </a:r>
            <a:r>
              <a:rPr lang="de-DE" dirty="0"/>
              <a:t> </a:t>
            </a:r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label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series</a:t>
            </a:r>
            <a:endParaRPr lang="de-DE" dirty="0"/>
          </a:p>
          <a:p>
            <a:r>
              <a:rPr lang="de-DE" dirty="0"/>
              <a:t>18 </a:t>
            </a:r>
            <a:r>
              <a:rPr lang="de-DE" dirty="0" err="1"/>
              <a:t>specialised</a:t>
            </a:r>
            <a:r>
              <a:rPr lang="de-DE" dirty="0"/>
              <a:t> time </a:t>
            </a:r>
            <a:r>
              <a:rPr lang="de-DE" dirty="0" err="1"/>
              <a:t>series</a:t>
            </a:r>
            <a:r>
              <a:rPr lang="de-DE" dirty="0"/>
              <a:t> </a:t>
            </a:r>
            <a:r>
              <a:rPr lang="de-DE" dirty="0" err="1"/>
              <a:t>algorithms</a:t>
            </a:r>
            <a:endParaRPr lang="de-DE" dirty="0"/>
          </a:p>
          <a:p>
            <a:r>
              <a:rPr lang="de-DE" dirty="0"/>
              <a:t>Splitting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series</a:t>
            </a:r>
            <a:r>
              <a:rPr lang="de-DE" dirty="0"/>
              <a:t> in multiple </a:t>
            </a:r>
            <a:r>
              <a:rPr lang="de-DE" dirty="0" err="1"/>
              <a:t>random</a:t>
            </a:r>
            <a:r>
              <a:rPr lang="de-DE" dirty="0"/>
              <a:t> </a:t>
            </a:r>
            <a:r>
              <a:rPr lang="de-DE" dirty="0" err="1"/>
              <a:t>intervals</a:t>
            </a:r>
            <a:r>
              <a:rPr lang="de-DE" dirty="0"/>
              <a:t> </a:t>
            </a:r>
          </a:p>
          <a:p>
            <a:r>
              <a:rPr lang="de-DE" dirty="0" err="1"/>
              <a:t>Extrating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(</a:t>
            </a:r>
            <a:r>
              <a:rPr lang="de-DE" dirty="0" err="1"/>
              <a:t>mean</a:t>
            </a:r>
            <a:r>
              <a:rPr lang="de-DE" dirty="0"/>
              <a:t>, </a:t>
            </a:r>
            <a:r>
              <a:rPr lang="de-DE" dirty="0" err="1"/>
              <a:t>std</a:t>
            </a:r>
            <a:r>
              <a:rPr lang="de-DE" dirty="0"/>
              <a:t>, </a:t>
            </a:r>
            <a:r>
              <a:rPr lang="de-DE" dirty="0" err="1"/>
              <a:t>slope</a:t>
            </a:r>
            <a:r>
              <a:rPr lang="de-DE" dirty="0"/>
              <a:t>)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interval</a:t>
            </a:r>
            <a:endParaRPr lang="de-DE" dirty="0"/>
          </a:p>
          <a:p>
            <a:r>
              <a:rPr lang="de-DE" dirty="0" err="1"/>
              <a:t>Collecting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feature </a:t>
            </a:r>
            <a:r>
              <a:rPr lang="de-DE" dirty="0" err="1"/>
              <a:t>importance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E0F0F6-B5A5-4F3A-8DDC-15249EFDC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525" y="4421105"/>
            <a:ext cx="7013268" cy="207176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A12246E-928F-47D1-A86B-9DF6D62640FD}"/>
              </a:ext>
            </a:extLst>
          </p:cNvPr>
          <p:cNvSpPr txBox="1"/>
          <p:nvPr/>
        </p:nvSpPr>
        <p:spPr>
          <a:xfrm>
            <a:off x="10148232" y="5133823"/>
            <a:ext cx="1426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3 individual </a:t>
            </a:r>
            <a:r>
              <a:rPr lang="de-DE" dirty="0" err="1"/>
              <a:t>classes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8226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9D1770-00B1-4F5A-A07C-BCB44500E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/>
          <a:lstStyle/>
          <a:p>
            <a:r>
              <a:rPr lang="de-DE" dirty="0"/>
              <a:t>Multivariante time </a:t>
            </a:r>
            <a:r>
              <a:rPr lang="de-DE" dirty="0" err="1"/>
              <a:t>series</a:t>
            </a:r>
            <a:r>
              <a:rPr lang="de-DE" dirty="0"/>
              <a:t> </a:t>
            </a:r>
            <a:r>
              <a:rPr lang="de-DE" dirty="0" err="1"/>
              <a:t>classification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3386B2-6F88-4F7D-A2F7-E1EA64326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1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relationship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>
                <a:solidFill>
                  <a:schemeClr val="accent2">
                    <a:lumMod val="75000"/>
                  </a:schemeClr>
                </a:solidFill>
              </a:rPr>
              <a:t>multiple time </a:t>
            </a:r>
            <a:r>
              <a:rPr lang="de-DE" dirty="0" err="1">
                <a:solidFill>
                  <a:schemeClr val="accent2">
                    <a:lumMod val="75000"/>
                  </a:schemeClr>
                </a:solidFill>
              </a:rPr>
              <a:t>series</a:t>
            </a:r>
            <a:r>
              <a:rPr lang="de-DE" dirty="0">
                <a:solidFill>
                  <a:schemeClr val="accent2">
                    <a:lumMod val="75000"/>
                  </a:schemeClr>
                </a:solidFill>
              </a:rPr>
              <a:t> variables </a:t>
            </a:r>
            <a:r>
              <a:rPr lang="de-DE" dirty="0"/>
              <a:t>and a </a:t>
            </a:r>
            <a:r>
              <a:rPr lang="de-DE" dirty="0" err="1"/>
              <a:t>label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3 different </a:t>
            </a:r>
            <a:r>
              <a:rPr lang="de-DE" dirty="0" err="1"/>
              <a:t>methods</a:t>
            </a:r>
            <a:r>
              <a:rPr lang="de-DE" dirty="0"/>
              <a:t> in </a:t>
            </a:r>
            <a:r>
              <a:rPr lang="de-DE" dirty="0" err="1"/>
              <a:t>sktime</a:t>
            </a:r>
            <a:r>
              <a:rPr lang="de-DE" dirty="0"/>
              <a:t>:</a:t>
            </a:r>
          </a:p>
          <a:p>
            <a:pPr lvl="1"/>
            <a:r>
              <a:rPr lang="en-US" b="0" dirty="0">
                <a:solidFill>
                  <a:srgbClr val="404040"/>
                </a:solidFill>
                <a:effectLst/>
              </a:rPr>
              <a:t>Concatenation of time series columns into a single long univariant time series column</a:t>
            </a:r>
          </a:p>
          <a:p>
            <a:pPr lvl="1"/>
            <a:r>
              <a:rPr lang="de-DE" dirty="0" err="1"/>
              <a:t>Column-wise</a:t>
            </a:r>
            <a:r>
              <a:rPr lang="de-DE" dirty="0"/>
              <a:t> </a:t>
            </a:r>
            <a:r>
              <a:rPr lang="de-DE" dirty="0" err="1"/>
              <a:t>ensembling</a:t>
            </a:r>
            <a:r>
              <a:rPr lang="de-DE" dirty="0"/>
              <a:t> (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classifier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time </a:t>
            </a:r>
            <a:r>
              <a:rPr lang="de-DE" dirty="0" err="1"/>
              <a:t>series</a:t>
            </a:r>
            <a:r>
              <a:rPr lang="de-DE" dirty="0"/>
              <a:t> </a:t>
            </a:r>
            <a:r>
              <a:rPr lang="de-DE" dirty="0" err="1"/>
              <a:t>column</a:t>
            </a:r>
            <a:r>
              <a:rPr lang="de-DE" dirty="0"/>
              <a:t> and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aggregated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Classifier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(e.g. </a:t>
            </a:r>
            <a:r>
              <a:rPr lang="de-DE" dirty="0" err="1"/>
              <a:t>finding</a:t>
            </a:r>
            <a:r>
              <a:rPr lang="de-DE" dirty="0"/>
              <a:t> </a:t>
            </a:r>
            <a:r>
              <a:rPr lang="de-DE" dirty="0" err="1"/>
              <a:t>shapelets</a:t>
            </a:r>
            <a:r>
              <a:rPr lang="de-DE" dirty="0"/>
              <a:t> in multidimensional </a:t>
            </a:r>
            <a:r>
              <a:rPr lang="de-DE" dirty="0" err="1"/>
              <a:t>space</a:t>
            </a:r>
            <a:r>
              <a:rPr lang="de-DE" dirty="0"/>
              <a:t>)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381E326-E642-47CD-ACD3-162ADBD7B55F}"/>
              </a:ext>
            </a:extLst>
          </p:cNvPr>
          <p:cNvGrpSpPr/>
          <p:nvPr/>
        </p:nvGrpSpPr>
        <p:grpSpPr>
          <a:xfrm>
            <a:off x="3960897" y="4414929"/>
            <a:ext cx="6022003" cy="1981477"/>
            <a:chOff x="5001131" y="4331039"/>
            <a:chExt cx="6022003" cy="1981477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E925F1C6-89C4-4D68-81D4-5498CA6A3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1131" y="4331039"/>
              <a:ext cx="4515480" cy="1981477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F69643F2-00CD-4399-B397-A57587827735}"/>
                </a:ext>
              </a:extLst>
            </p:cNvPr>
            <p:cNvSpPr txBox="1"/>
            <p:nvPr/>
          </p:nvSpPr>
          <p:spPr>
            <a:xfrm>
              <a:off x="9454393" y="4860112"/>
              <a:ext cx="156874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3 </a:t>
              </a:r>
              <a:r>
                <a:rPr lang="de-DE" dirty="0" err="1"/>
                <a:t>features</a:t>
              </a:r>
              <a:r>
                <a:rPr lang="de-DE" dirty="0"/>
                <a:t>, </a:t>
              </a:r>
              <a:r>
                <a:rPr lang="de-DE" dirty="0" err="1"/>
                <a:t>describing</a:t>
              </a:r>
              <a:r>
                <a:rPr lang="de-DE" dirty="0"/>
                <a:t> </a:t>
              </a:r>
              <a:r>
                <a:rPr lang="de-DE" dirty="0" err="1"/>
                <a:t>the</a:t>
              </a:r>
              <a:r>
                <a:rPr lang="de-DE" dirty="0"/>
                <a:t> same </a:t>
              </a:r>
              <a:r>
                <a:rPr lang="de-DE" dirty="0" err="1"/>
                <a:t>class</a:t>
              </a:r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606171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Breitbild</PresentationFormat>
  <Paragraphs>27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Lato</vt:lpstr>
      <vt:lpstr>Segoe UI Semilight</vt:lpstr>
      <vt:lpstr>Office</vt:lpstr>
      <vt:lpstr>Benutzerdefiniertes Design</vt:lpstr>
      <vt:lpstr>sktime </vt:lpstr>
      <vt:lpstr>General functions</vt:lpstr>
      <vt:lpstr>Forecasting</vt:lpstr>
      <vt:lpstr>Univariante time series classification</vt:lpstr>
      <vt:lpstr>Multivariante time series classification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Daniel Haschock</dc:creator>
  <cp:lastModifiedBy>Daniel Haschock</cp:lastModifiedBy>
  <cp:revision>2</cp:revision>
  <dcterms:created xsi:type="dcterms:W3CDTF">2021-02-04T11:46:32Z</dcterms:created>
  <dcterms:modified xsi:type="dcterms:W3CDTF">2021-02-24T20:53:44Z</dcterms:modified>
</cp:coreProperties>
</file>